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97F5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A0392BE-2B8B-4060-A2AC-4F5827630A2B}" v="6" dt="2026-10-18T08:05:32.2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4" autoAdjust="0"/>
    <p:restoredTop sz="61993" autoAdjust="0"/>
  </p:normalViewPr>
  <p:slideViewPr>
    <p:cSldViewPr snapToGrid="0">
      <p:cViewPr varScale="1">
        <p:scale>
          <a:sx n="73" d="100"/>
          <a:sy n="73" d="100"/>
        </p:scale>
        <p:origin x="66"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jorie Temple" userId="925cec869f9fed8f" providerId="LiveId" clId="{E2885CDF-EA78-4A85-8A66-F6BA42473EA6}"/>
    <pc:docChg chg="custSel modSld">
      <pc:chgData name="Marjorie Temple" userId="925cec869f9fed8f" providerId="LiveId" clId="{E2885CDF-EA78-4A85-8A66-F6BA42473EA6}" dt="2026-10-18T07:45:28.310" v="24" actId="20577"/>
      <pc:docMkLst>
        <pc:docMk/>
      </pc:docMkLst>
      <pc:sldChg chg="modSp mod">
        <pc:chgData name="Marjorie Temple" userId="925cec869f9fed8f" providerId="LiveId" clId="{E2885CDF-EA78-4A85-8A66-F6BA42473EA6}" dt="2026-10-18T07:45:28.310" v="24" actId="20577"/>
        <pc:sldMkLst>
          <pc:docMk/>
          <pc:sldMk cId="1448571279" sldId="256"/>
        </pc:sldMkLst>
        <pc:spChg chg="mod">
          <ac:chgData name="Marjorie Temple" userId="925cec869f9fed8f" providerId="LiveId" clId="{E2885CDF-EA78-4A85-8A66-F6BA42473EA6}" dt="2026-10-18T07:45:28.310" v="24" actId="20577"/>
          <ac:spMkLst>
            <pc:docMk/>
            <pc:sldMk cId="1448571279" sldId="256"/>
            <ac:spMk id="4" creationId="{04595C3D-8C58-7FFD-8045-17D48C4B1F50}"/>
          </ac:spMkLst>
        </pc:spChg>
      </pc:sldChg>
      <pc:sldChg chg="addSp modSp mod">
        <pc:chgData name="Marjorie Temple" userId="925cec869f9fed8f" providerId="LiveId" clId="{E2885CDF-EA78-4A85-8A66-F6BA42473EA6}" dt="2026-10-18T07:44:18.982" v="23" actId="1076"/>
        <pc:sldMkLst>
          <pc:docMk/>
          <pc:sldMk cId="1408583533" sldId="258"/>
        </pc:sldMkLst>
        <pc:spChg chg="add mod">
          <ac:chgData name="Marjorie Temple" userId="925cec869f9fed8f" providerId="LiveId" clId="{E2885CDF-EA78-4A85-8A66-F6BA42473EA6}" dt="2026-10-18T07:44:18.982" v="23" actId="1076"/>
          <ac:spMkLst>
            <pc:docMk/>
            <pc:sldMk cId="1408583533" sldId="258"/>
            <ac:spMk id="2" creationId="{BB6FDA2C-19B7-1640-D8BD-EBA2212DB41B}"/>
          </ac:spMkLst>
        </pc:spChg>
        <pc:graphicFrameChg chg="modGraphic">
          <ac:chgData name="Marjorie Temple" userId="925cec869f9fed8f" providerId="LiveId" clId="{E2885CDF-EA78-4A85-8A66-F6BA42473EA6}" dt="2026-10-18T07:43:44.446" v="17" actId="20577"/>
          <ac:graphicFrameMkLst>
            <pc:docMk/>
            <pc:sldMk cId="1408583533" sldId="258"/>
            <ac:graphicFrameMk id="5" creationId="{569B4761-82DE-A392-9676-826F00AFD897}"/>
          </ac:graphicFrameMkLst>
        </pc:graphicFrameChg>
      </pc:sldChg>
      <pc:sldChg chg="addSp delSp modSp mod">
        <pc:chgData name="Marjorie Temple" userId="925cec869f9fed8f" providerId="LiveId" clId="{E2885CDF-EA78-4A85-8A66-F6BA42473EA6}" dt="2026-10-18T07:42:29.367" v="11" actId="1076"/>
        <pc:sldMkLst>
          <pc:docMk/>
          <pc:sldMk cId="1219484445" sldId="265"/>
        </pc:sldMkLst>
        <pc:spChg chg="del">
          <ac:chgData name="Marjorie Temple" userId="925cec869f9fed8f" providerId="LiveId" clId="{E2885CDF-EA78-4A85-8A66-F6BA42473EA6}" dt="2026-10-18T07:41:53.303" v="0" actId="478"/>
          <ac:spMkLst>
            <pc:docMk/>
            <pc:sldMk cId="1219484445" sldId="265"/>
            <ac:spMk id="3" creationId="{0C0DC9A6-A983-4B3A-B0A5-98FC301B2937}"/>
          </ac:spMkLst>
        </pc:spChg>
        <pc:spChg chg="add del mod">
          <ac:chgData name="Marjorie Temple" userId="925cec869f9fed8f" providerId="LiveId" clId="{E2885CDF-EA78-4A85-8A66-F6BA42473EA6}" dt="2026-10-18T07:42:09.271" v="7"/>
          <ac:spMkLst>
            <pc:docMk/>
            <pc:sldMk cId="1219484445" sldId="265"/>
            <ac:spMk id="4" creationId="{6F33F785-B607-F4FC-28DB-1750FD269A56}"/>
          </ac:spMkLst>
        </pc:spChg>
        <pc:spChg chg="add mod">
          <ac:chgData name="Marjorie Temple" userId="925cec869f9fed8f" providerId="LiveId" clId="{E2885CDF-EA78-4A85-8A66-F6BA42473EA6}" dt="2026-10-18T07:42:16.545" v="9" actId="1076"/>
          <ac:spMkLst>
            <pc:docMk/>
            <pc:sldMk cId="1219484445" sldId="265"/>
            <ac:spMk id="5" creationId="{B97F5C0D-020E-4A55-8024-1846E87CF476}"/>
          </ac:spMkLst>
        </pc:spChg>
        <pc:spChg chg="add mod">
          <ac:chgData name="Marjorie Temple" userId="925cec869f9fed8f" providerId="LiveId" clId="{E2885CDF-EA78-4A85-8A66-F6BA42473EA6}" dt="2026-10-18T07:42:16.545" v="9" actId="1076"/>
          <ac:spMkLst>
            <pc:docMk/>
            <pc:sldMk cId="1219484445" sldId="265"/>
            <ac:spMk id="6" creationId="{7EC88F31-EE2D-44A1-B14C-B167DE4B88D5}"/>
          </ac:spMkLst>
        </pc:spChg>
        <pc:spChg chg="add mod">
          <ac:chgData name="Marjorie Temple" userId="925cec869f9fed8f" providerId="LiveId" clId="{E2885CDF-EA78-4A85-8A66-F6BA42473EA6}" dt="2026-10-18T07:42:16.545" v="9" actId="1076"/>
          <ac:spMkLst>
            <pc:docMk/>
            <pc:sldMk cId="1219484445" sldId="265"/>
            <ac:spMk id="7" creationId="{118DBD74-2112-4082-985A-F9F54493C9FF}"/>
          </ac:spMkLst>
        </pc:spChg>
        <pc:spChg chg="add mod">
          <ac:chgData name="Marjorie Temple" userId="925cec869f9fed8f" providerId="LiveId" clId="{E2885CDF-EA78-4A85-8A66-F6BA42473EA6}" dt="2026-10-18T07:42:16.545" v="9" actId="1076"/>
          <ac:spMkLst>
            <pc:docMk/>
            <pc:sldMk cId="1219484445" sldId="265"/>
            <ac:spMk id="8" creationId="{2BD4A3EC-6C6C-401D-AC24-F1A1B6273824}"/>
          </ac:spMkLst>
        </pc:spChg>
        <pc:spChg chg="add mod">
          <ac:chgData name="Marjorie Temple" userId="925cec869f9fed8f" providerId="LiveId" clId="{E2885CDF-EA78-4A85-8A66-F6BA42473EA6}" dt="2026-10-18T07:42:16.545" v="9" actId="1076"/>
          <ac:spMkLst>
            <pc:docMk/>
            <pc:sldMk cId="1219484445" sldId="265"/>
            <ac:spMk id="9" creationId="{1E60B2F1-B148-4279-8244-C795193C4A70}"/>
          </ac:spMkLst>
        </pc:spChg>
        <pc:spChg chg="del mod">
          <ac:chgData name="Marjorie Temple" userId="925cec869f9fed8f" providerId="LiveId" clId="{E2885CDF-EA78-4A85-8A66-F6BA42473EA6}" dt="2026-10-18T07:41:59.758" v="4" actId="478"/>
          <ac:spMkLst>
            <pc:docMk/>
            <pc:sldMk cId="1219484445" sldId="265"/>
            <ac:spMk id="10" creationId="{C2C47F35-B8F0-4C55-9A1E-46C42AF43627}"/>
          </ac:spMkLst>
        </pc:spChg>
        <pc:spChg chg="del">
          <ac:chgData name="Marjorie Temple" userId="925cec869f9fed8f" providerId="LiveId" clId="{E2885CDF-EA78-4A85-8A66-F6BA42473EA6}" dt="2026-10-18T07:41:56.174" v="2" actId="478"/>
          <ac:spMkLst>
            <pc:docMk/>
            <pc:sldMk cId="1219484445" sldId="265"/>
            <ac:spMk id="11" creationId="{C4DB7146-838E-4FF8-AEE6-C2C1D9982B0B}"/>
          </ac:spMkLst>
        </pc:spChg>
        <pc:spChg chg="del">
          <ac:chgData name="Marjorie Temple" userId="925cec869f9fed8f" providerId="LiveId" clId="{E2885CDF-EA78-4A85-8A66-F6BA42473EA6}" dt="2026-10-18T07:41:58.205" v="3" actId="478"/>
          <ac:spMkLst>
            <pc:docMk/>
            <pc:sldMk cId="1219484445" sldId="265"/>
            <ac:spMk id="12" creationId="{07BEF102-04DD-4C0D-9B99-2EE15454D87C}"/>
          </ac:spMkLst>
        </pc:spChg>
        <pc:spChg chg="add mod">
          <ac:chgData name="Marjorie Temple" userId="925cec869f9fed8f" providerId="LiveId" clId="{E2885CDF-EA78-4A85-8A66-F6BA42473EA6}" dt="2026-10-18T07:42:29.367" v="11" actId="1076"/>
          <ac:spMkLst>
            <pc:docMk/>
            <pc:sldMk cId="1219484445" sldId="265"/>
            <ac:spMk id="13" creationId="{E87079D7-FAC5-45B7-8946-AAAB1438D68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B64C13-47D8-4D1E-8C50-96390D354B31}"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0194EA-06FB-447A-AD8A-8646883224EE}" type="slidenum">
              <a:rPr lang="en-US" smtClean="0"/>
              <a:t>‹#›</a:t>
            </a:fld>
            <a:endParaRPr lang="en-US"/>
          </a:p>
        </p:txBody>
      </p:sp>
    </p:spTree>
    <p:extLst>
      <p:ext uri="{BB962C8B-B14F-4D97-AF65-F5344CB8AC3E}">
        <p14:creationId xmlns:p14="http://schemas.microsoft.com/office/powerpoint/2010/main" val="788904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Scrum identifies three accountabilities: Product Owner, Scrum Master, and Developers. The Product Owner connects stakeholder needs with product priorities. The Scrum Master helps people understand Scrum and improve team effectiveness. Developers organize their work and create a useful increment. In our course, developer and tester assignments represented different skills within that work. Testing contributes to the same team's result rather than operating as a separate Scrum hierarchy. Mountain Goat Software emphasizes consulting the team before committing to changes and coaching members to solve problems. This matters when leadership wants a new feature without changing the deadline. In my work, the charter supported coordination, user stories clarified requests, and revised test cases supported verification.</a:t>
            </a:r>
          </a:p>
          <a:p>
            <a:endParaRPr lang="en-US" dirty="0"/>
          </a:p>
          <a:p>
            <a:r>
              <a:rPr lang="en-US" dirty="0"/>
              <a:t>Sources: https://www.scrum.org/resources/scrum-team</a:t>
            </a:r>
          </a:p>
          <a:p>
            <a:r>
              <a:rPr lang="en-US" dirty="0"/>
              <a:t>https://www.mountaingoatsoftware.com/agile/ten-sentences-with-all-the-scrum-master-advice-youll-ever-need</a:t>
            </a:r>
          </a:p>
          <a:p>
            <a:endParaRPr lang="en-US" dirty="0"/>
          </a:p>
        </p:txBody>
      </p:sp>
      <p:sp>
        <p:nvSpPr>
          <p:cNvPr id="4" name="Slide Number Placeholder 3"/>
          <p:cNvSpPr>
            <a:spLocks noGrp="1"/>
          </p:cNvSpPr>
          <p:nvPr>
            <p:ph type="sldNum" sz="quarter" idx="5"/>
          </p:nvPr>
        </p:nvSpPr>
        <p:spPr/>
        <p:txBody>
          <a:bodyPr/>
          <a:lstStyle/>
          <a:p>
            <a:fld id="{E60194EA-06FB-447A-AD8A-8646883224EE}" type="slidenum">
              <a:rPr lang="en-US" smtClean="0"/>
              <a:t>2</a:t>
            </a:fld>
            <a:endParaRPr lang="en-US"/>
          </a:p>
        </p:txBody>
      </p:sp>
    </p:spTree>
    <p:extLst>
      <p:ext uri="{BB962C8B-B14F-4D97-AF65-F5344CB8AC3E}">
        <p14:creationId xmlns:p14="http://schemas.microsoft.com/office/powerpoint/2010/main" val="545504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Agile repeats and overlaps SDLC activities as the product develops. Planning sets direction and selects near-term work. Requirements analysis clarifies user needs. Design explores a workable solution. Implementation creates the feature. These activities address a small increment instead of requiring the entire product to pass through each phase once. In SNHU Travel, customer requests informed the backlog, acceptance criteria described the expected display, and Java code presented destinations. Iqbal explains that refinement adds detail, order, and size to backlog items. Clarifying questions early helps Developers understand what to build.</a:t>
            </a:r>
          </a:p>
          <a:p>
            <a:endParaRPr lang="en-US" dirty="0"/>
          </a:p>
          <a:p>
            <a:r>
              <a:rPr lang="en-US" dirty="0"/>
              <a:t>Sources: https://www.ibm.com/think/topics/sdlc</a:t>
            </a:r>
          </a:p>
          <a:p>
            <a:r>
              <a:rPr lang="en-US" dirty="0"/>
              <a:t>https://www.scrum.org/resources/blog/you-cant-skip-refinement</a:t>
            </a:r>
          </a:p>
        </p:txBody>
      </p:sp>
      <p:sp>
        <p:nvSpPr>
          <p:cNvPr id="4" name="Slide Number Placeholder 3"/>
          <p:cNvSpPr>
            <a:spLocks noGrp="1"/>
          </p:cNvSpPr>
          <p:nvPr>
            <p:ph type="sldNum" sz="quarter" idx="5"/>
          </p:nvPr>
        </p:nvSpPr>
        <p:spPr/>
        <p:txBody>
          <a:bodyPr/>
          <a:lstStyle/>
          <a:p>
            <a:fld id="{E60194EA-06FB-447A-AD8A-8646883224EE}" type="slidenum">
              <a:rPr lang="en-US" smtClean="0"/>
              <a:t>3</a:t>
            </a:fld>
            <a:endParaRPr lang="en-US"/>
          </a:p>
        </p:txBody>
      </p:sp>
    </p:spTree>
    <p:extLst>
      <p:ext uri="{BB962C8B-B14F-4D97-AF65-F5344CB8AC3E}">
        <p14:creationId xmlns:p14="http://schemas.microsoft.com/office/powerpoint/2010/main" val="433603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Testing checks behavior and identifies defects during development. Deployment makes an increment available to users when appropriate. Maintenance addresses problems and improvements after release. These activities support reliability and continued usefulness. In the course, I wrote and revised test cases and packaged the application as JAR files. Those files demonstrate coursework delivery, not a production launch. Scrum aims for a useful increment each Sprint. A Sprint Review gathers feedback about the product, while a Retrospective examines how the team works. The next cycle can use both kinds of learning.</a:t>
            </a:r>
          </a:p>
          <a:p>
            <a:endParaRPr lang="en-US" dirty="0"/>
          </a:p>
          <a:p>
            <a:r>
              <a:rPr lang="en-US" dirty="0"/>
              <a:t>Sources: https://www.ibm.com/think/topics/sdlc</a:t>
            </a:r>
          </a:p>
          <a:p>
            <a:r>
              <a:rPr lang="en-US" dirty="0"/>
              <a:t>https://www.scrum.org/resources/scrum-team</a:t>
            </a:r>
          </a:p>
        </p:txBody>
      </p:sp>
      <p:sp>
        <p:nvSpPr>
          <p:cNvPr id="4" name="Slide Number Placeholder 3"/>
          <p:cNvSpPr>
            <a:spLocks noGrp="1"/>
          </p:cNvSpPr>
          <p:nvPr>
            <p:ph type="sldNum" sz="quarter" idx="5"/>
          </p:nvPr>
        </p:nvSpPr>
        <p:spPr/>
        <p:txBody>
          <a:bodyPr/>
          <a:lstStyle/>
          <a:p>
            <a:fld id="{E60194EA-06FB-447A-AD8A-8646883224EE}" type="slidenum">
              <a:rPr lang="en-US" smtClean="0"/>
              <a:t>4</a:t>
            </a:fld>
            <a:endParaRPr lang="en-US"/>
          </a:p>
        </p:txBody>
      </p:sp>
    </p:spTree>
    <p:extLst>
      <p:ext uri="{BB962C8B-B14F-4D97-AF65-F5344CB8AC3E}">
        <p14:creationId xmlns:p14="http://schemas.microsoft.com/office/powerpoint/2010/main" val="2733307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Management changed the requested focus to detox and wellness travel while keeping the deadline. The scenario's Product Owner proposed moving lower-priority work down the backlog. In my developer assignment, I kept the slideshow navigation and replaced the images and descriptions. I also changed the layout and background for readability. My sample email asked whether to keep five destinations and existing navigation. It requested updated acceptance criteria and reusable tests. This illustrates refinement and collaboration, while protecting the team from an unsupported promise that every change would fit. Reusing code helped, but the new content still required verification. This example supports Agile for evolving needs without proving it guarantees a faster or cheaper outcome.</a:t>
            </a:r>
          </a:p>
          <a:p>
            <a:endParaRPr lang="en-US" dirty="0"/>
          </a:p>
          <a:p>
            <a:r>
              <a:rPr lang="en-US" dirty="0"/>
              <a:t>Sources: https://www.scrum.org/resources/blog/you-cant-skip-refinement</a:t>
            </a:r>
          </a:p>
          <a:p>
            <a:r>
              <a:rPr lang="en-US" dirty="0"/>
              <a:t>https://www.mountaingoatsoftware.com/agile/ten-sentences-with-all-the-scrum-master-advice-youll-ever-need</a:t>
            </a:r>
          </a:p>
          <a:p>
            <a:r>
              <a:rPr lang="en-US" dirty="0"/>
              <a:t>Project evidence: Module Five developer assignment and journal supplied by the student.</a:t>
            </a:r>
          </a:p>
          <a:p>
            <a:endParaRPr lang="en-US" dirty="0"/>
          </a:p>
        </p:txBody>
      </p:sp>
      <p:sp>
        <p:nvSpPr>
          <p:cNvPr id="4" name="Slide Number Placeholder 3"/>
          <p:cNvSpPr>
            <a:spLocks noGrp="1"/>
          </p:cNvSpPr>
          <p:nvPr>
            <p:ph type="sldNum" sz="quarter" idx="5"/>
          </p:nvPr>
        </p:nvSpPr>
        <p:spPr/>
        <p:txBody>
          <a:bodyPr/>
          <a:lstStyle/>
          <a:p>
            <a:fld id="{E60194EA-06FB-447A-AD8A-8646883224EE}" type="slidenum">
              <a:rPr lang="en-US" smtClean="0"/>
              <a:t>5</a:t>
            </a:fld>
            <a:endParaRPr lang="en-US"/>
          </a:p>
        </p:txBody>
      </p:sp>
    </p:spTree>
    <p:extLst>
      <p:ext uri="{BB962C8B-B14F-4D97-AF65-F5344CB8AC3E}">
        <p14:creationId xmlns:p14="http://schemas.microsoft.com/office/powerpoint/2010/main" val="42065597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 Waterfall approach organizes the work through sequential phases with more requirements and design detail established early. For this project, the wellness change could require updating approved requirements and designs, then reconsidering development, tests, and the schedule. Existing code could still be reusable. Waterfall allows changes, but changes can revisit completed stages and affect the plan. Agile handles evolving needs through repeated planning and feedback around smaller increments. Neither method removes the effort involved. This comparison is an inference applied to our project, based on the sources' descriptions of sequential and iterative development.</a:t>
            </a:r>
          </a:p>
          <a:p>
            <a:endParaRPr lang="en-US" dirty="0"/>
          </a:p>
          <a:p>
            <a:r>
              <a:rPr lang="en-US" dirty="0"/>
              <a:t>Sources: https://www.atlassian.com/blog/jira-align/bringing-agility-to-project-mgmt</a:t>
            </a:r>
          </a:p>
          <a:p>
            <a:r>
              <a:rPr lang="en-US" dirty="0"/>
              <a:t>https://www.ibm.com/think/topics/sdlc</a:t>
            </a:r>
          </a:p>
          <a:p>
            <a:endParaRPr lang="en-US" dirty="0"/>
          </a:p>
        </p:txBody>
      </p:sp>
      <p:sp>
        <p:nvSpPr>
          <p:cNvPr id="4" name="Slide Number Placeholder 3"/>
          <p:cNvSpPr>
            <a:spLocks noGrp="1"/>
          </p:cNvSpPr>
          <p:nvPr>
            <p:ph type="sldNum" sz="quarter" idx="5"/>
          </p:nvPr>
        </p:nvSpPr>
        <p:spPr/>
        <p:txBody>
          <a:bodyPr/>
          <a:lstStyle/>
          <a:p>
            <a:fld id="{E60194EA-06FB-447A-AD8A-8646883224EE}" type="slidenum">
              <a:rPr lang="en-US" smtClean="0"/>
              <a:t>6</a:t>
            </a:fld>
            <a:endParaRPr lang="en-US"/>
          </a:p>
        </p:txBody>
      </p:sp>
    </p:spTree>
    <p:extLst>
      <p:ext uri="{BB962C8B-B14F-4D97-AF65-F5344CB8AC3E}">
        <p14:creationId xmlns:p14="http://schemas.microsoft.com/office/powerpoint/2010/main" val="2377847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choice should follow the project's uncertainty and constraints. Stable requirements and well-understood dependencies may support a more sequential plan. Evolving needs and access to stakeholder feedback favor iterative work. Teams also need to consider governance, technical risks, team skills, and release constraints. These factors are my decision framework applied to the course experience, rather than a universal rule. For SNHU Travel, changing travel preferences and the wellness pivot favored Agile. Delayed answers about slideshow behavior showed a weakness: iterative planning still needs access to product decisions. Regulated projects can also use Agile, provided evidence, controls, and quality expectations remain explicit.</a:t>
            </a:r>
          </a:p>
          <a:p>
            <a:endParaRPr lang="en-US" dirty="0"/>
          </a:p>
          <a:p>
            <a:r>
              <a:rPr lang="en-US" dirty="0"/>
              <a:t>Sources: https://www.atlassian.com/blog/jira-align/bringing-agility-to-project-mgmt</a:t>
            </a:r>
          </a:p>
          <a:p>
            <a:r>
              <a:rPr lang="en-US" dirty="0"/>
              <a:t>https://www.scrum.org/resources/blog/you-cant-skip-refinement</a:t>
            </a:r>
          </a:p>
          <a:p>
            <a:endParaRPr lang="en-US" dirty="0"/>
          </a:p>
        </p:txBody>
      </p:sp>
      <p:sp>
        <p:nvSpPr>
          <p:cNvPr id="4" name="Slide Number Placeholder 3"/>
          <p:cNvSpPr>
            <a:spLocks noGrp="1"/>
          </p:cNvSpPr>
          <p:nvPr>
            <p:ph type="sldNum" sz="quarter" idx="5"/>
          </p:nvPr>
        </p:nvSpPr>
        <p:spPr/>
        <p:txBody>
          <a:bodyPr/>
          <a:lstStyle/>
          <a:p>
            <a:fld id="{E60194EA-06FB-447A-AD8A-8646883224EE}" type="slidenum">
              <a:rPr lang="en-US" smtClean="0"/>
              <a:t>7</a:t>
            </a:fld>
            <a:endParaRPr lang="en-US"/>
          </a:p>
        </p:txBody>
      </p:sp>
    </p:spTree>
    <p:extLst>
      <p:ext uri="{BB962C8B-B14F-4D97-AF65-F5344CB8AC3E}">
        <p14:creationId xmlns:p14="http://schemas.microsoft.com/office/powerpoint/2010/main" val="35067961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 recommend expanding Scrum gradually for projects with evolving customer needs. The individual course simulation provides useful lessons, but it does not establish company-wide productivity or cost savings. Leadership should provide coaching and product decision authority, then review results before expanding further. Azure Boards could organize stories, tasks, and bugs and preserve related discussion and change history. I evaluated it during the course rather than using it to manage an actual team. Tools support communication only when people keep records current. For a real pilot, I would track useful increments, defects, feedback, and delivery predictability. These are proposed measures. Continued expansion should depend on the results, team feedback, and the fit of each project.</a:t>
            </a:r>
          </a:p>
          <a:p>
            <a:endParaRPr lang="en-US" dirty="0"/>
          </a:p>
          <a:p>
            <a:r>
              <a:rPr lang="en-US" dirty="0"/>
              <a:t>Sources: https://learn.microsoft.com/en-us/azure/devops/boards/get-started/what-is-azure-boards</a:t>
            </a:r>
          </a:p>
          <a:p>
            <a:r>
              <a:rPr lang="en-US" dirty="0"/>
              <a:t>https://www.mountaingoatsoftware.com/agile/ten-sentences-with-all-the-scrum-master-advice-youll-ever-need</a:t>
            </a:r>
          </a:p>
        </p:txBody>
      </p:sp>
      <p:sp>
        <p:nvSpPr>
          <p:cNvPr id="4" name="Slide Number Placeholder 3"/>
          <p:cNvSpPr>
            <a:spLocks noGrp="1"/>
          </p:cNvSpPr>
          <p:nvPr>
            <p:ph type="sldNum" sz="quarter" idx="5"/>
          </p:nvPr>
        </p:nvSpPr>
        <p:spPr/>
        <p:txBody>
          <a:bodyPr/>
          <a:lstStyle/>
          <a:p>
            <a:fld id="{E60194EA-06FB-447A-AD8A-8646883224EE}" type="slidenum">
              <a:rPr lang="en-US" smtClean="0"/>
              <a:t>8</a:t>
            </a:fld>
            <a:endParaRPr lang="en-US"/>
          </a:p>
        </p:txBody>
      </p:sp>
    </p:spTree>
    <p:extLst>
      <p:ext uri="{BB962C8B-B14F-4D97-AF65-F5344CB8AC3E}">
        <p14:creationId xmlns:p14="http://schemas.microsoft.com/office/powerpoint/2010/main" val="211886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These references support the explanations and recommendations in this presentation. Four professional sources have dated 2024 or 2025 publication or update information. The undated IBM and Scrum.org pages provide additional support. SNHU Travel examples come from my course materials.</a:t>
            </a:r>
          </a:p>
        </p:txBody>
      </p:sp>
      <p:sp>
        <p:nvSpPr>
          <p:cNvPr id="4" name="Slide Number Placeholder 3"/>
          <p:cNvSpPr>
            <a:spLocks noGrp="1"/>
          </p:cNvSpPr>
          <p:nvPr>
            <p:ph type="sldNum" sz="quarter" idx="5"/>
          </p:nvPr>
        </p:nvSpPr>
        <p:spPr/>
        <p:txBody>
          <a:bodyPr/>
          <a:lstStyle/>
          <a:p>
            <a:fld id="{E60194EA-06FB-447A-AD8A-8646883224EE}" type="slidenum">
              <a:rPr lang="en-US" smtClean="0"/>
              <a:t>9</a:t>
            </a:fld>
            <a:endParaRPr lang="en-US"/>
          </a:p>
        </p:txBody>
      </p:sp>
    </p:spTree>
    <p:extLst>
      <p:ext uri="{BB962C8B-B14F-4D97-AF65-F5344CB8AC3E}">
        <p14:creationId xmlns:p14="http://schemas.microsoft.com/office/powerpoint/2010/main" val="5034855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5A8D5-9993-40E3-2C7D-DFC34725AA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D417A5-0A0E-4AD5-3262-C6005B29E65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50E419A-D106-1E17-77F9-9C01BF333B88}"/>
              </a:ext>
            </a:extLst>
          </p:cNvPr>
          <p:cNvSpPr>
            <a:spLocks noGrp="1"/>
          </p:cNvSpPr>
          <p:nvPr>
            <p:ph type="body" idx="1"/>
          </p:nvPr>
        </p:nvSpPr>
        <p:spPr/>
        <p:txBody>
          <a:bodyPr/>
          <a:lstStyle/>
          <a:p>
            <a:r>
              <a:rPr lang="en-US" dirty="0"/>
              <a:t>These references support the explanations and recommendations in this presentation. Four professional sources have dated 2024 or 2025 publication or update information. The undated IBM and Scrum.org pages provide additional support. SNHU Travel examples come from my course materials.</a:t>
            </a:r>
          </a:p>
        </p:txBody>
      </p:sp>
      <p:sp>
        <p:nvSpPr>
          <p:cNvPr id="4" name="Slide Number Placeholder 3">
            <a:extLst>
              <a:ext uri="{FF2B5EF4-FFF2-40B4-BE49-F238E27FC236}">
                <a16:creationId xmlns:a16="http://schemas.microsoft.com/office/drawing/2014/main" id="{0D2B7142-134E-F841-81EB-0A908D51C364}"/>
              </a:ext>
            </a:extLst>
          </p:cNvPr>
          <p:cNvSpPr>
            <a:spLocks noGrp="1"/>
          </p:cNvSpPr>
          <p:nvPr>
            <p:ph type="sldNum" sz="quarter" idx="5"/>
          </p:nvPr>
        </p:nvSpPr>
        <p:spPr/>
        <p:txBody>
          <a:bodyPr/>
          <a:lstStyle/>
          <a:p>
            <a:fld id="{E60194EA-06FB-447A-AD8A-8646883224EE}" type="slidenum">
              <a:rPr lang="en-US" smtClean="0"/>
              <a:t>10</a:t>
            </a:fld>
            <a:endParaRPr lang="en-US"/>
          </a:p>
        </p:txBody>
      </p:sp>
    </p:spTree>
    <p:extLst>
      <p:ext uri="{BB962C8B-B14F-4D97-AF65-F5344CB8AC3E}">
        <p14:creationId xmlns:p14="http://schemas.microsoft.com/office/powerpoint/2010/main" val="963317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577005" y="1016955"/>
            <a:ext cx="9140954" cy="3346590"/>
          </a:xfrm>
          <a:prstGeom prst="rect">
            <a:avLst/>
          </a:prstGeom>
        </p:spPr>
        <p:txBody>
          <a:bodyPr vert="horz" lIns="91440" tIns="45720" rIns="91440" bIns="45720" rtlCol="0" anchor="t">
            <a:normAutofit/>
          </a:bodyPr>
          <a:lstStyle>
            <a:lvl1pPr>
              <a:defRPr lang="en-US" sz="7200" cap="all" baseline="0" dirty="0">
                <a:solidFill>
                  <a:schemeClr val="bg1"/>
                </a:solidFill>
                <a:latin typeface="+mj-lt"/>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2963" y="4869030"/>
            <a:ext cx="7152030" cy="987254"/>
          </a:xfrm>
          <a:prstGeom prst="rect">
            <a:avLst/>
          </a:prstGeom>
        </p:spPr>
        <p:txBody>
          <a:bodyPr vert="horz" lIns="91440" tIns="45720" rIns="91440" bIns="45720" rtlCol="0" anchor="b">
            <a:normAutofit/>
          </a:bodyPr>
          <a:lstStyle>
            <a:lvl1pPr marL="0" indent="0">
              <a:buNone/>
              <a:defRPr lang="en-US" sz="2000" b="1" i="0" dirty="0">
                <a:solidFill>
                  <a:schemeClr val="bg1"/>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82023" cy="365760"/>
          </a:xfrm>
          <a:prstGeom prst="rect">
            <a:avLst/>
          </a:prstGeom>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77000"/>
            <a:ext cx="1885955" cy="381000"/>
          </a:xfrm>
          <a:prstGeom prst="rect">
            <a:avLst/>
          </a:prstGeom>
        </p:spPr>
        <p:txBody>
          <a:bodyPr/>
          <a:lstStyle>
            <a:lvl1pPr>
              <a:defRPr>
                <a:solidFill>
                  <a:schemeClr val="bg1"/>
                </a:solidFill>
              </a:defRPr>
            </a:lvl1pPr>
          </a:lstStyle>
          <a:p>
            <a:fld id="{821C7F0A-5051-48C2-8B3A-737429902C83}" type="datetimeFigureOut">
              <a:rPr lang="en-US" smtClean="0"/>
              <a:t>10/18/2026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1" cy="365761"/>
          </a:xfrm>
          <a:prstGeom prst="rect">
            <a:avLst/>
          </a:prstGeom>
        </p:spPr>
        <p:txBody>
          <a:bodyPr/>
          <a:lstStyle>
            <a:lvl1pPr>
              <a:defRPr>
                <a:solidFill>
                  <a:schemeClr val="bg1"/>
                </a:solidFill>
              </a:defRPr>
            </a:lvl1pPr>
          </a:lstStyle>
          <a:p>
            <a:fld id="{023DD542-A8C4-4ABA-B82C-71BE3E02AB07}" type="slidenum">
              <a:rPr lang="en-US" smtClean="0"/>
              <a:t>‹#›</a:t>
            </a:fld>
            <a:endParaRPr lang="en-US"/>
          </a:p>
        </p:txBody>
      </p:sp>
      <p:sp>
        <p:nvSpPr>
          <p:cNvPr id="7" name="Rectangle 6">
            <a:extLst>
              <a:ext uri="{FF2B5EF4-FFF2-40B4-BE49-F238E27FC236}">
                <a16:creationId xmlns:a16="http://schemas.microsoft.com/office/drawing/2014/main" id="{6631FF2A-9DA0-DC5C-0C53-91FDE15093DD}"/>
              </a:ext>
            </a:extLst>
          </p:cNvPr>
          <p:cNvSpPr/>
          <p:nvPr/>
        </p:nvSpPr>
        <p:spPr>
          <a:xfrm>
            <a:off x="9110040" y="6155911"/>
            <a:ext cx="308195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CA4208E-B529-0934-86E0-24278D43C68A}"/>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341805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746759"/>
          </a:xfrm>
          <a:prstGeom prst="rect">
            <a:avLst/>
          </a:prstGeom>
        </p:spPr>
        <p:txBody>
          <a:bodyPr anchor="t">
            <a:normAutofit/>
          </a:bodyPr>
          <a:lstStyle>
            <a:lvl1pPr>
              <a:defRPr sz="3600" cap="all"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533398" y="1748474"/>
            <a:ext cx="11125202" cy="47285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E5526932-58BC-3B05-A619-8FE2BA7973DD}"/>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ooter Placeholder 8">
            <a:extLst>
              <a:ext uri="{FF2B5EF4-FFF2-40B4-BE49-F238E27FC236}">
                <a16:creationId xmlns:a16="http://schemas.microsoft.com/office/drawing/2014/main" id="{E4751EC6-9764-CDDF-E8BC-793AD483E0A9}"/>
              </a:ext>
            </a:extLst>
          </p:cNvPr>
          <p:cNvSpPr>
            <a:spLocks noGrp="1"/>
          </p:cNvSpPr>
          <p:nvPr>
            <p:ph type="ftr" sz="quarter" idx="11"/>
          </p:nvPr>
        </p:nvSpPr>
        <p:spPr/>
        <p:txBody>
          <a:bodyPr/>
          <a:lstStyle/>
          <a:p>
            <a:endParaRPr lang="en-US"/>
          </a:p>
        </p:txBody>
      </p:sp>
      <p:sp>
        <p:nvSpPr>
          <p:cNvPr id="8" name="Date Placeholder 7">
            <a:extLst>
              <a:ext uri="{FF2B5EF4-FFF2-40B4-BE49-F238E27FC236}">
                <a16:creationId xmlns:a16="http://schemas.microsoft.com/office/drawing/2014/main" id="{DA395EC9-5212-9F09-E9FA-0AB62AFB6D99}"/>
              </a:ext>
            </a:extLst>
          </p:cNvPr>
          <p:cNvSpPr>
            <a:spLocks noGrp="1"/>
          </p:cNvSpPr>
          <p:nvPr>
            <p:ph type="dt" sz="half" idx="10"/>
          </p:nvPr>
        </p:nvSpPr>
        <p:spPr/>
        <p:txBody>
          <a:bodyPr/>
          <a:lstStyle/>
          <a:p>
            <a:fld id="{821C7F0A-5051-48C2-8B3A-737429902C83}" type="datetimeFigureOut">
              <a:rPr lang="en-US" smtClean="0"/>
              <a:t>10/18/2026</a:t>
            </a:fld>
            <a:endParaRPr lang="en-US"/>
          </a:p>
        </p:txBody>
      </p:sp>
      <p:sp>
        <p:nvSpPr>
          <p:cNvPr id="10" name="Slide Number Placeholder 9">
            <a:extLst>
              <a:ext uri="{FF2B5EF4-FFF2-40B4-BE49-F238E27FC236}">
                <a16:creationId xmlns:a16="http://schemas.microsoft.com/office/drawing/2014/main" id="{286E48EB-E81D-8C6A-DBE6-738017E5A734}"/>
              </a:ext>
            </a:extLst>
          </p:cNvPr>
          <p:cNvSpPr>
            <a:spLocks noGrp="1"/>
          </p:cNvSpPr>
          <p:nvPr>
            <p:ph type="sldNum" sz="quarter" idx="12"/>
          </p:nvPr>
        </p:nvSpPr>
        <p:spPr/>
        <p:txBody>
          <a:bodyPr/>
          <a:lstStyle/>
          <a:p>
            <a:fld id="{023DD542-A8C4-4ABA-B82C-71BE3E02AB07}" type="slidenum">
              <a:rPr lang="en-US" smtClean="0"/>
              <a:t>‹#›</a:t>
            </a:fld>
            <a:endParaRPr lang="en-US"/>
          </a:p>
        </p:txBody>
      </p:sp>
    </p:spTree>
    <p:extLst>
      <p:ext uri="{BB962C8B-B14F-4D97-AF65-F5344CB8AC3E}">
        <p14:creationId xmlns:p14="http://schemas.microsoft.com/office/powerpoint/2010/main" val="1328000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33400" y="4572000"/>
            <a:ext cx="11125201" cy="1112520"/>
          </a:xfrm>
          <a:prstGeom prst="rect">
            <a:avLst/>
          </a:prstGeom>
        </p:spPr>
        <p:txBody>
          <a:bodyPr vert="horz" lIns="91440" tIns="45720" rIns="91440" bIns="45720" rtlCol="0" anchor="b">
            <a:noAutofit/>
          </a:bodyPr>
          <a:lstStyle>
            <a:lvl1pPr>
              <a:defRPr lang="en-US" sz="7200" cap="all" baseline="0" dirty="0">
                <a:solidFill>
                  <a:schemeClr val="tx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33400" y="5715000"/>
            <a:ext cx="11125201" cy="533400"/>
          </a:xfrm>
          <a:prstGeom prst="rect">
            <a:avLst/>
          </a:prstGeom>
        </p:spPr>
        <p:txBody>
          <a:bodyPr vert="horz" lIns="91440" tIns="45720" rIns="91440" bIns="45720" rtlCol="0" anchor="t">
            <a:normAutofit/>
          </a:bodyPr>
          <a:lstStyle>
            <a:lvl1pPr marL="0" indent="0">
              <a:buNone/>
              <a:defRPr lang="en-US" sz="2000" b="1" i="0" dirty="0">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3981764"/>
          </a:xfrm>
          <a:prstGeom prst="rect">
            <a:avLst/>
          </a:prstGeom>
          <a:blipFill dpi="0" rotWithShape="1">
            <a:blip r:embed="rId2">
              <a:alphaModFix amt="60000"/>
            </a:blip>
            <a:srcRect/>
            <a:stretch>
              <a:fillRect t="-419" b="-419"/>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533399" y="6477000"/>
            <a:ext cx="8576637" cy="381001"/>
          </a:xfrm>
          <a:prstGeom prst="rect">
            <a:avLst/>
          </a:prstGeom>
        </p:spPr>
        <p:txBody>
          <a:bodyPr/>
          <a:lstStyle>
            <a:lvl1pPr>
              <a:defRPr>
                <a:solidFill>
                  <a:schemeClr val="tx2"/>
                </a:solidFill>
              </a:defRPr>
            </a:lvl1p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9110036" y="6476999"/>
            <a:ext cx="1880548" cy="381001"/>
          </a:xfrm>
          <a:prstGeom prst="rect">
            <a:avLst/>
          </a:prstGeom>
        </p:spPr>
        <p:txBody>
          <a:bodyPr/>
          <a:lstStyle>
            <a:lvl1pPr>
              <a:defRPr>
                <a:solidFill>
                  <a:schemeClr val="tx2"/>
                </a:solidFill>
              </a:defRPr>
            </a:lvl1pPr>
          </a:lstStyle>
          <a:p>
            <a:fld id="{821C7F0A-5051-48C2-8B3A-737429902C83}" type="datetimeFigureOut">
              <a:rPr lang="en-US" smtClean="0"/>
              <a:t>10/18/2026</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0995976" y="6477000"/>
            <a:ext cx="662624" cy="381001"/>
          </a:xfrm>
          <a:prstGeom prst="rect">
            <a:avLst/>
          </a:prstGeom>
        </p:spPr>
        <p:txBody>
          <a:bodyPr/>
          <a:lstStyle>
            <a:lvl1pPr>
              <a:defRPr>
                <a:solidFill>
                  <a:schemeClr val="tx2"/>
                </a:solidFill>
              </a:defRPr>
            </a:lvl1pPr>
          </a:lstStyle>
          <a:p>
            <a:fld id="{023DD542-A8C4-4ABA-B82C-71BE3E02AB07}" type="slidenum">
              <a:rPr lang="en-US" smtClean="0"/>
              <a:t>‹#›</a:t>
            </a:fld>
            <a:endParaRPr lang="en-US"/>
          </a:p>
        </p:txBody>
      </p:sp>
    </p:spTree>
    <p:extLst>
      <p:ext uri="{BB962C8B-B14F-4D97-AF65-F5344CB8AC3E}">
        <p14:creationId xmlns:p14="http://schemas.microsoft.com/office/powerpoint/2010/main" val="415432994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786071" y="1016955"/>
            <a:ext cx="3872530" cy="3726811"/>
          </a:xfrm>
          <a:prstGeom prst="rect">
            <a:avLst/>
          </a:prstGeom>
        </p:spPr>
        <p:txBody>
          <a:bodyPr vert="horz" lIns="91440" tIns="45720" rIns="91440" bIns="45720" rtlCol="0" anchor="t">
            <a:normAutofit/>
          </a:bodyPr>
          <a:lstStyle>
            <a:lvl1pPr>
              <a:defRPr lang="en-US" sz="5000" cap="all" baseline="0" dirty="0">
                <a:solidFill>
                  <a:schemeClr val="tx2"/>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786071" y="5134926"/>
            <a:ext cx="3868420" cy="1113474"/>
          </a:xfrm>
          <a:prstGeom prst="rect">
            <a:avLst/>
          </a:prstGeom>
        </p:spPr>
        <p:txBody>
          <a:bodyPr vert="horz" lIns="91440" tIns="45720" rIns="91440" bIns="45720" rtlCol="0" anchor="b">
            <a:normAutofit/>
          </a:bodyPr>
          <a:lstStyle>
            <a:lvl1pPr marL="0" indent="0">
              <a:buNone/>
              <a:defRPr lang="en-US" sz="2000" b="1" i="0" dirty="0">
                <a:solidFill>
                  <a:schemeClr val="tx2"/>
                </a:solidFill>
                <a:latin typeface="Arial" panose="020B0604020202020204" pitchFamily="34" charset="0"/>
                <a:cs typeface="Arial" panose="020B0604020202020204" pitchFamily="34" charset="0"/>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77BE7EAD-CCCA-EA7C-0263-265AA3E43C5E}"/>
              </a:ext>
            </a:extLst>
          </p:cNvPr>
          <p:cNvSpPr>
            <a:spLocks noGrp="1"/>
          </p:cNvSpPr>
          <p:nvPr>
            <p:ph type="pic" sz="quarter" idx="14" hasCustomPrompt="1"/>
          </p:nvPr>
        </p:nvSpPr>
        <p:spPr>
          <a:xfrm>
            <a:off x="0" y="0"/>
            <a:ext cx="7224095" cy="6858000"/>
          </a:xfrm>
          <a:custGeom>
            <a:avLst/>
            <a:gdLst>
              <a:gd name="connsiteX0" fmla="*/ 0 w 7224095"/>
              <a:gd name="connsiteY0" fmla="*/ 629614 h 6858000"/>
              <a:gd name="connsiteX1" fmla="*/ 7224095 w 7224095"/>
              <a:gd name="connsiteY1" fmla="*/ 629614 h 6858000"/>
              <a:gd name="connsiteX2" fmla="*/ 7224095 w 7224095"/>
              <a:gd name="connsiteY2" fmla="*/ 6858000 h 6858000"/>
              <a:gd name="connsiteX3" fmla="*/ 0 w 7224095"/>
              <a:gd name="connsiteY3" fmla="*/ 6858000 h 6858000"/>
              <a:gd name="connsiteX4" fmla="*/ 0 w 7224095"/>
              <a:gd name="connsiteY4" fmla="*/ 0 h 6858000"/>
              <a:gd name="connsiteX5" fmla="*/ 7224095 w 7224095"/>
              <a:gd name="connsiteY5" fmla="*/ 0 h 6858000"/>
              <a:gd name="connsiteX6" fmla="*/ 7224095 w 7224095"/>
              <a:gd name="connsiteY6" fmla="*/ 565606 h 6858000"/>
              <a:gd name="connsiteX7" fmla="*/ 0 w 7224095"/>
              <a:gd name="connsiteY7" fmla="*/ 56560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24095" h="6858000">
                <a:moveTo>
                  <a:pt x="0" y="629614"/>
                </a:moveTo>
                <a:lnTo>
                  <a:pt x="7224095" y="629614"/>
                </a:lnTo>
                <a:lnTo>
                  <a:pt x="7224095" y="6858000"/>
                </a:lnTo>
                <a:lnTo>
                  <a:pt x="0" y="6858000"/>
                </a:lnTo>
                <a:close/>
                <a:moveTo>
                  <a:pt x="0" y="0"/>
                </a:moveTo>
                <a:lnTo>
                  <a:pt x="7224095" y="0"/>
                </a:lnTo>
                <a:lnTo>
                  <a:pt x="7224095" y="565606"/>
                </a:lnTo>
                <a:lnTo>
                  <a:pt x="0" y="565606"/>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167937" y="6476999"/>
            <a:ext cx="1895847" cy="381001"/>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058402" y="6476999"/>
            <a:ext cx="937594" cy="381001"/>
          </a:xfrm>
          <a:prstGeom prst="rect">
            <a:avLst/>
          </a:prstGeom>
        </p:spPr>
        <p:txBody>
          <a:bodyPr/>
          <a:lstStyle>
            <a:lvl1pPr>
              <a:defRPr>
                <a:solidFill>
                  <a:schemeClr val="tx2"/>
                </a:solidFill>
                <a:effectLst/>
              </a:defRPr>
            </a:lvl1pPr>
          </a:lstStyle>
          <a:p>
            <a:fld id="{821C7F0A-5051-48C2-8B3A-737429902C83}" type="datetimeFigureOut">
              <a:rPr lang="en-US" smtClean="0"/>
              <a:t>10/18/2026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77000"/>
            <a:ext cx="657221" cy="381001"/>
          </a:xfrm>
          <a:prstGeom prst="rect">
            <a:avLst/>
          </a:prstGeom>
        </p:spPr>
        <p:txBody>
          <a:bodyPr/>
          <a:lstStyle>
            <a:lvl1pPr>
              <a:defRPr>
                <a:solidFill>
                  <a:schemeClr val="tx2"/>
                </a:solidFill>
              </a:defRPr>
            </a:lvl1pPr>
          </a:lstStyle>
          <a:p>
            <a:fld id="{023DD542-A8C4-4ABA-B82C-71BE3E02AB07}" type="slidenum">
              <a:rPr lang="en-US" smtClean="0"/>
              <a:t>‹#›</a:t>
            </a:fld>
            <a:endParaRPr lang="en-US"/>
          </a:p>
        </p:txBody>
      </p:sp>
      <p:sp>
        <p:nvSpPr>
          <p:cNvPr id="9" name="Rectangle 8">
            <a:extLst>
              <a:ext uri="{FF2B5EF4-FFF2-40B4-BE49-F238E27FC236}">
                <a16:creationId xmlns:a16="http://schemas.microsoft.com/office/drawing/2014/main" id="{F879DE85-4541-95AA-B871-7CBAD2BA1550}"/>
              </a:ext>
            </a:extLst>
          </p:cNvPr>
          <p:cNvSpPr/>
          <p:nvPr/>
        </p:nvSpPr>
        <p:spPr>
          <a:xfrm>
            <a:off x="0" y="565606"/>
            <a:ext cx="11557970"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39463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533400" y="1143000"/>
            <a:ext cx="8576636" cy="5271008"/>
          </a:xfrm>
          <a:prstGeom prst="rect">
            <a:avLst/>
          </a:prstGeom>
        </p:spPr>
        <p:txBody>
          <a:bodyPr vert="horz" lIns="91440" tIns="45720" rIns="91440" bIns="45720" rtlCol="0" anchor="b">
            <a:normAutofit/>
          </a:bodyPr>
          <a:lstStyle>
            <a:lvl1pPr>
              <a:defRPr lang="en-US" sz="7200" cap="all" baseline="0" dirty="0">
                <a:solidFill>
                  <a:schemeClr val="bg2"/>
                </a:solidFill>
              </a:defRPr>
            </a:lvl1pPr>
          </a:lstStyle>
          <a:p>
            <a:pPr lvl="0"/>
            <a:r>
              <a:rPr lang="en-US" dirty="0"/>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33400" y="6492240"/>
            <a:ext cx="8576636" cy="365760"/>
          </a:xfrm>
          <a:prstGeom prst="rect">
            <a:avLst/>
          </a:prstGeom>
        </p:spPr>
        <p:txBody>
          <a:bodyPr/>
          <a:lstStyle>
            <a:lvl1pPr>
              <a:defRPr>
                <a:solidFill>
                  <a:schemeClr val="bg2"/>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110041" y="6492240"/>
            <a:ext cx="1891337" cy="365760"/>
          </a:xfrm>
          <a:prstGeom prst="rect">
            <a:avLst/>
          </a:prstGeom>
        </p:spPr>
        <p:txBody>
          <a:bodyPr/>
          <a:lstStyle>
            <a:lvl1pPr>
              <a:defRPr>
                <a:solidFill>
                  <a:schemeClr val="bg2"/>
                </a:solidFill>
              </a:defRPr>
            </a:lvl1pPr>
          </a:lstStyle>
          <a:p>
            <a:fld id="{821C7F0A-5051-48C2-8B3A-737429902C83}" type="datetimeFigureOut">
              <a:rPr lang="en-US" smtClean="0"/>
              <a:t>10/18/2026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001378" y="6492240"/>
            <a:ext cx="657222" cy="365760"/>
          </a:xfrm>
          <a:prstGeom prst="rect">
            <a:avLst/>
          </a:prstGeom>
        </p:spPr>
        <p:txBody>
          <a:bodyPr/>
          <a:lstStyle>
            <a:lvl1pPr>
              <a:defRPr>
                <a:solidFill>
                  <a:schemeClr val="bg2"/>
                </a:solidFill>
              </a:defRPr>
            </a:lvl1pPr>
          </a:lstStyle>
          <a:p>
            <a:fld id="{023DD542-A8C4-4ABA-B82C-71BE3E02AB07}" type="slidenum">
              <a:rPr lang="en-US" smtClean="0"/>
              <a:t>‹#›</a:t>
            </a:fld>
            <a:endParaRPr lang="en-US"/>
          </a:p>
        </p:txBody>
      </p:sp>
      <p:sp>
        <p:nvSpPr>
          <p:cNvPr id="32" name="Rectangle 31">
            <a:extLst>
              <a:ext uri="{FF2B5EF4-FFF2-40B4-BE49-F238E27FC236}">
                <a16:creationId xmlns:a16="http://schemas.microsoft.com/office/drawing/2014/main" id="{15F1B314-6B95-45EC-8168-CEA297F1BD40}"/>
              </a:ext>
            </a:extLst>
          </p:cNvPr>
          <p:cNvSpPr/>
          <p:nvPr/>
        </p:nvSpPr>
        <p:spPr>
          <a:xfrm>
            <a:off x="634029" y="570037"/>
            <a:ext cx="8476007" cy="6154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D4E8A7FA-CBEB-E74B-AC79-5D830DAFC993}"/>
              </a:ext>
            </a:extLst>
          </p:cNvPr>
          <p:cNvSpPr/>
          <p:nvPr/>
        </p:nvSpPr>
        <p:spPr>
          <a:xfrm>
            <a:off x="9110036" y="570037"/>
            <a:ext cx="3081964" cy="6154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242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BAE97C67-C2EB-5515-0FDC-A535220C9DF0}"/>
              </a:ext>
            </a:extLst>
          </p:cNvPr>
          <p:cNvSpPr/>
          <p:nvPr/>
        </p:nvSpPr>
        <p:spPr>
          <a:xfrm>
            <a:off x="9110035" y="0"/>
            <a:ext cx="3081964"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533399" y="1016955"/>
            <a:ext cx="8195646" cy="1127758"/>
          </a:xfrm>
          <a:prstGeom prst="rect">
            <a:avLst/>
          </a:prstGeom>
        </p:spPr>
        <p:txBody>
          <a:bodyPr anchor="t">
            <a:normAutofit/>
          </a:bodyPr>
          <a:lstStyle>
            <a:lvl1pPr>
              <a:defRPr sz="7200" cap="all" baseline="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3399" y="2510472"/>
            <a:ext cx="8190496" cy="3966527"/>
          </a:xfrm>
          <a:prstGeom prst="rect">
            <a:avLst/>
          </a:prstGeom>
        </p:spPr>
        <p:txBody>
          <a:bodyPr>
            <a:normAutofit/>
          </a:bodyPr>
          <a:lstStyle>
            <a:lvl1pPr marL="457200" indent="-457200">
              <a:lnSpc>
                <a:spcPct val="150000"/>
              </a:lnSpc>
              <a:spcBef>
                <a:spcPts val="0"/>
              </a:spcBef>
              <a:buFont typeface="+mj-lt"/>
              <a:buAutoNum type="arabicPeriod"/>
              <a:defRPr sz="2000"/>
            </a:lvl1pPr>
            <a:lvl2pPr marL="685800" indent="-4572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marL="1257300" indent="-342900">
              <a:lnSpc>
                <a:spcPct val="150000"/>
              </a:lnSpc>
              <a:spcBef>
                <a:spcPts val="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3399" y="6492241"/>
            <a:ext cx="5758481" cy="365760"/>
          </a:xfrm>
          <a:prstGeom prst="rect">
            <a:avLst/>
          </a:prstGeom>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291885" y="6492240"/>
            <a:ext cx="1763999" cy="365760"/>
          </a:xfrm>
          <a:prstGeom prst="rect">
            <a:avLst/>
          </a:prstGeom>
        </p:spPr>
        <p:txBody>
          <a:bodyPr/>
          <a:lstStyle>
            <a:lvl1pPr>
              <a:defRPr>
                <a:solidFill>
                  <a:schemeClr val="tx2"/>
                </a:solidFill>
              </a:defRPr>
            </a:lvl1pPr>
          </a:lstStyle>
          <a:p>
            <a:fld id="{821C7F0A-5051-48C2-8B3A-737429902C83}" type="datetimeFigureOut">
              <a:rPr lang="en-US" smtClean="0"/>
              <a:t>10/18/2026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061271" y="6492241"/>
            <a:ext cx="662624" cy="365760"/>
          </a:xfrm>
          <a:prstGeom prst="rect">
            <a:avLst/>
          </a:prstGeom>
        </p:spPr>
        <p:txBody>
          <a:bodyPr/>
          <a:lstStyle>
            <a:lvl1pPr>
              <a:defRPr>
                <a:solidFill>
                  <a:schemeClr val="tx2"/>
                </a:solidFill>
              </a:defRPr>
            </a:lvl1pPr>
          </a:lstStyle>
          <a:p>
            <a:fld id="{023DD542-A8C4-4ABA-B82C-71BE3E02AB07}" type="slidenum">
              <a:rPr lang="en-US" smtClean="0"/>
              <a:t>‹#›</a:t>
            </a:fld>
            <a:endParaRPr lang="en-US"/>
          </a:p>
        </p:txBody>
      </p:sp>
      <p:sp>
        <p:nvSpPr>
          <p:cNvPr id="34" name="Rectangle 33">
            <a:extLst>
              <a:ext uri="{FF2B5EF4-FFF2-40B4-BE49-F238E27FC236}">
                <a16:creationId xmlns:a16="http://schemas.microsoft.com/office/drawing/2014/main" id="{E58CA726-6257-4F3F-9296-A3CF5DCA19DB}"/>
              </a:ext>
            </a:extLst>
          </p:cNvPr>
          <p:cNvSpPr/>
          <p:nvPr/>
        </p:nvSpPr>
        <p:spPr>
          <a:xfrm>
            <a:off x="634029" y="2144714"/>
            <a:ext cx="8476007"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3036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C713386-53DE-AEBA-6318-6C7146DE2270}"/>
              </a:ext>
            </a:extLst>
          </p:cNvPr>
          <p:cNvSpPr>
            <a:spLocks noGrp="1"/>
          </p:cNvSpPr>
          <p:nvPr>
            <p:ph type="title" hasCustomPrompt="1"/>
          </p:nvPr>
        </p:nvSpPr>
        <p:spPr>
          <a:xfrm>
            <a:off x="5343517" y="1386842"/>
            <a:ext cx="6315083" cy="1127758"/>
          </a:xfrm>
        </p:spPr>
        <p:txBody>
          <a:bodyPr>
            <a:normAutofit/>
          </a:bodyPr>
          <a:lstStyle>
            <a:lvl1pPr>
              <a:defRPr sz="7200" cap="all" baseline="0"/>
            </a:lvl1pPr>
          </a:lstStyle>
          <a:p>
            <a:r>
              <a:rPr lang="en-US" dirty="0"/>
              <a:t>AGENDA</a:t>
            </a:r>
          </a:p>
        </p:txBody>
      </p:sp>
      <p:sp>
        <p:nvSpPr>
          <p:cNvPr id="39" name="Picture Placeholder 38">
            <a:extLst>
              <a:ext uri="{FF2B5EF4-FFF2-40B4-BE49-F238E27FC236}">
                <a16:creationId xmlns:a16="http://schemas.microsoft.com/office/drawing/2014/main" id="{0440984A-B82C-18F1-2933-6DF295884CE0}"/>
              </a:ext>
            </a:extLst>
          </p:cNvPr>
          <p:cNvSpPr>
            <a:spLocks noGrp="1"/>
          </p:cNvSpPr>
          <p:nvPr>
            <p:ph type="pic" sz="quarter" idx="14" hasCustomPrompt="1"/>
          </p:nvPr>
        </p:nvSpPr>
        <p:spPr>
          <a:xfrm>
            <a:off x="0" y="0"/>
            <a:ext cx="4400554" cy="6858000"/>
          </a:xfrm>
          <a:blipFill>
            <a:blip r:embed="rId2">
              <a:alphaModFix amt="60000"/>
            </a:blip>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343518" y="2886089"/>
            <a:ext cx="6315082" cy="3336911"/>
          </a:xfrm>
          <a:prstGeom prst="rect">
            <a:avLst/>
          </a:prstGeom>
        </p:spPr>
        <p:txBody>
          <a:bodyPr>
            <a:normAutofit/>
          </a:bodyPr>
          <a:lstStyle>
            <a:lvl1pPr marL="457200" indent="-457200">
              <a:lnSpc>
                <a:spcPct val="150000"/>
              </a:lnSpc>
              <a:spcBef>
                <a:spcPts val="0"/>
              </a:spcBef>
              <a:buFont typeface="+mj-lt"/>
              <a:buAutoNum type="arabicPeriod"/>
              <a:defRPr sz="2000"/>
            </a:lvl1pPr>
            <a:lvl2pPr marL="571500" indent="-342900">
              <a:lnSpc>
                <a:spcPct val="150000"/>
              </a:lnSpc>
              <a:spcBef>
                <a:spcPts val="0"/>
              </a:spcBef>
              <a:buFont typeface="+mj-lt"/>
              <a:buAutoNum type="arabicPeriod"/>
              <a:defRPr sz="2000"/>
            </a:lvl2pPr>
            <a:lvl3pPr marL="800100" indent="-342900">
              <a:lnSpc>
                <a:spcPct val="150000"/>
              </a:lnSpc>
              <a:spcBef>
                <a:spcPts val="0"/>
              </a:spcBef>
              <a:buFont typeface="+mj-lt"/>
              <a:buAutoNum type="arabicPeriod"/>
              <a:defRPr sz="2000"/>
            </a:lvl3pPr>
            <a:lvl4pPr marL="1028700" indent="-342900">
              <a:lnSpc>
                <a:spcPct val="150000"/>
              </a:lnSpc>
              <a:spcBef>
                <a:spcPts val="0"/>
              </a:spcBef>
              <a:buFont typeface="+mj-lt"/>
              <a:buAutoNum type="arabicPeriod"/>
              <a:defRPr sz="2000"/>
            </a:lvl4pPr>
            <a:lvl5pPr>
              <a:lnSpc>
                <a:spcPct val="150000"/>
              </a:lnSpc>
              <a:spcBef>
                <a:spcPts val="0"/>
              </a:spcBef>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343518" y="6477000"/>
            <a:ext cx="3771905" cy="381001"/>
          </a:xfrm>
          <a:prstGeom prst="rect">
            <a:avLst/>
          </a:prstGeo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120821" y="6477000"/>
            <a:ext cx="1875160" cy="381001"/>
          </a:xfrm>
          <a:prstGeom prst="rect">
            <a:avLst/>
          </a:prstGeom>
        </p:spPr>
        <p:txBody>
          <a:bodyPr/>
          <a:lstStyle/>
          <a:p>
            <a:fld id="{821C7F0A-5051-48C2-8B3A-737429902C83}" type="datetimeFigureOut">
              <a:rPr lang="en-US" smtClean="0"/>
              <a:t>10/18/2026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0995986" y="6477000"/>
            <a:ext cx="662614" cy="381001"/>
          </a:xfrm>
          <a:prstGeom prst="rect">
            <a:avLst/>
          </a:prstGeom>
        </p:spPr>
        <p:txBody>
          <a:bodyPr/>
          <a:lstStyle/>
          <a:p>
            <a:fld id="{023DD542-A8C4-4ABA-B82C-71BE3E02AB07}" type="slidenum">
              <a:rPr lang="en-US" smtClean="0"/>
              <a:t>‹#›</a:t>
            </a:fld>
            <a:endParaRPr lang="en-US"/>
          </a:p>
        </p:txBody>
      </p:sp>
      <p:sp>
        <p:nvSpPr>
          <p:cNvPr id="34" name="Rectangle 33">
            <a:extLst>
              <a:ext uri="{FF2B5EF4-FFF2-40B4-BE49-F238E27FC236}">
                <a16:creationId xmlns:a16="http://schemas.microsoft.com/office/drawing/2014/main" id="{98E5CA23-2176-4B29-AB27-EDD9AC417271}"/>
              </a:ext>
            </a:extLst>
          </p:cNvPr>
          <p:cNvSpPr/>
          <p:nvPr/>
        </p:nvSpPr>
        <p:spPr>
          <a:xfrm>
            <a:off x="4400554" y="2496190"/>
            <a:ext cx="7791446"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0878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9" y="1016955"/>
            <a:ext cx="3491539" cy="4083580"/>
          </a:xfrm>
          <a:prstGeom prst="rect">
            <a:avLst/>
          </a:prstGeom>
        </p:spPr>
        <p:txBody>
          <a:bodyPr anchor="t">
            <a:normAutofit/>
          </a:bodyPr>
          <a:lstStyle>
            <a:lvl1pPr>
              <a:defRPr sz="3600" cap="all" baseline="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62526" y="1016955"/>
            <a:ext cx="6696073" cy="408357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821C7F0A-5051-48C2-8B3A-737429902C83}" type="datetimeFigureOut">
              <a:rPr lang="en-US" smtClean="0"/>
              <a:t>10/18/2026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023DD542-A8C4-4ABA-B82C-71BE3E02AB07}" type="slidenum">
              <a:rPr lang="en-US" smtClean="0"/>
              <a:t>‹#›</a:t>
            </a:fld>
            <a:endParaRPr lang="en-US"/>
          </a:p>
        </p:txBody>
      </p:sp>
      <p:sp>
        <p:nvSpPr>
          <p:cNvPr id="34" name="Rectangle 33">
            <a:extLst>
              <a:ext uri="{FF2B5EF4-FFF2-40B4-BE49-F238E27FC236}">
                <a16:creationId xmlns:a16="http://schemas.microsoft.com/office/drawing/2014/main" id="{9AE531BB-71E1-57EF-0879-5979B0C95458}"/>
              </a:ext>
            </a:extLst>
          </p:cNvPr>
          <p:cNvSpPr/>
          <p:nvPr/>
        </p:nvSpPr>
        <p:spPr>
          <a:xfrm>
            <a:off x="4024938" y="570037"/>
            <a:ext cx="8167062" cy="5957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31FD272-0797-A5C1-BAB9-E68F518B8158}"/>
              </a:ext>
            </a:extLst>
          </p:cNvPr>
          <p:cNvSpPr/>
          <p:nvPr/>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7913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3486153" cy="2721451"/>
          </a:xfrm>
          <a:prstGeom prst="rect">
            <a:avLst/>
          </a:prstGeom>
        </p:spPr>
        <p:txBody>
          <a:bodyPr anchor="t">
            <a:normAutofit/>
          </a:bodyPr>
          <a:lstStyle>
            <a:lvl1pPr>
              <a:defRPr sz="3600" cap="all" baseline="0">
                <a:latin typeface="+mj-lt"/>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962526" y="1016955"/>
            <a:ext cx="6696074" cy="549052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77000"/>
            <a:ext cx="8576637" cy="381001"/>
          </a:xfrm>
          <a:prstGeom prst="rect">
            <a:avLst/>
          </a:prstGeom>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77000"/>
            <a:ext cx="1891338" cy="381001"/>
          </a:xfrm>
          <a:prstGeom prst="rect">
            <a:avLst/>
          </a:prstGeom>
        </p:spPr>
        <p:txBody>
          <a:bodyPr/>
          <a:lstStyle/>
          <a:p>
            <a:fld id="{821C7F0A-5051-48C2-8B3A-737429902C83}" type="datetimeFigureOut">
              <a:rPr lang="en-US" smtClean="0"/>
              <a:t>10/18/2026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77000"/>
            <a:ext cx="657226" cy="381001"/>
          </a:xfrm>
          <a:prstGeom prst="rect">
            <a:avLst/>
          </a:prstGeom>
        </p:spPr>
        <p:txBody>
          <a:bodyPr/>
          <a:lstStyle/>
          <a:p>
            <a:fld id="{023DD542-A8C4-4ABA-B82C-71BE3E02AB07}" type="slidenum">
              <a:rPr lang="en-US" smtClean="0"/>
              <a:t>‹#›</a:t>
            </a:fld>
            <a:endParaRPr lang="en-US"/>
          </a:p>
        </p:txBody>
      </p:sp>
      <p:sp>
        <p:nvSpPr>
          <p:cNvPr id="7" name="Rectangle 6">
            <a:extLst>
              <a:ext uri="{FF2B5EF4-FFF2-40B4-BE49-F238E27FC236}">
                <a16:creationId xmlns:a16="http://schemas.microsoft.com/office/drawing/2014/main" id="{CB922775-D819-CE59-81DF-9A22F9309472}"/>
              </a:ext>
            </a:extLst>
          </p:cNvPr>
          <p:cNvSpPr/>
          <p:nvPr/>
        </p:nvSpPr>
        <p:spPr>
          <a:xfrm>
            <a:off x="4017310" y="565607"/>
            <a:ext cx="817469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E1D59CA-78A2-7B8F-A9C7-E86B47BEAE5E}"/>
              </a:ext>
            </a:extLst>
          </p:cNvPr>
          <p:cNvSpPr/>
          <p:nvPr/>
        </p:nvSpPr>
        <p:spPr>
          <a:xfrm>
            <a:off x="634030" y="570037"/>
            <a:ext cx="3390908" cy="595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7321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62523" y="1016956"/>
            <a:ext cx="6696076" cy="731520"/>
          </a:xfrm>
          <a:prstGeom prst="rect">
            <a:avLst/>
          </a:prstGeom>
        </p:spPr>
        <p:txBody>
          <a:bodyPr anchor="t"/>
          <a:lstStyle>
            <a:lvl1pPr>
              <a:defRPr cap="all" baseline="0"/>
            </a:lvl1pPr>
          </a:lstStyle>
          <a:p>
            <a:r>
              <a:rPr lang="en-US"/>
              <a:t>Click to edit Master title style</a:t>
            </a:r>
            <a:endParaRPr lang="en-US" dirty="0"/>
          </a:p>
        </p:txBody>
      </p:sp>
      <p:sp>
        <p:nvSpPr>
          <p:cNvPr id="38" name="Picture Placeholder 37">
            <a:extLst>
              <a:ext uri="{FF2B5EF4-FFF2-40B4-BE49-F238E27FC236}">
                <a16:creationId xmlns:a16="http://schemas.microsoft.com/office/drawing/2014/main" id="{99EF452C-FB1E-E93B-DCC5-1D98DE017953}"/>
              </a:ext>
            </a:extLst>
          </p:cNvPr>
          <p:cNvSpPr>
            <a:spLocks noGrp="1"/>
          </p:cNvSpPr>
          <p:nvPr>
            <p:ph type="pic" sz="quarter" idx="13" hasCustomPrompt="1"/>
          </p:nvPr>
        </p:nvSpPr>
        <p:spPr>
          <a:xfrm>
            <a:off x="0" y="0"/>
            <a:ext cx="4400554" cy="6858000"/>
          </a:xfrm>
          <a:custGeom>
            <a:avLst/>
            <a:gdLst>
              <a:gd name="connsiteX0" fmla="*/ 0 w 4400554"/>
              <a:gd name="connsiteY0" fmla="*/ 634999 h 6858000"/>
              <a:gd name="connsiteX1" fmla="*/ 4400554 w 4400554"/>
              <a:gd name="connsiteY1" fmla="*/ 634999 h 6858000"/>
              <a:gd name="connsiteX2" fmla="*/ 4400554 w 4400554"/>
              <a:gd name="connsiteY2" fmla="*/ 6858000 h 6858000"/>
              <a:gd name="connsiteX3" fmla="*/ 0 w 4400554"/>
              <a:gd name="connsiteY3" fmla="*/ 6858000 h 6858000"/>
              <a:gd name="connsiteX4" fmla="*/ 0 w 4400554"/>
              <a:gd name="connsiteY4" fmla="*/ 0 h 6858000"/>
              <a:gd name="connsiteX5" fmla="*/ 4400554 w 4400554"/>
              <a:gd name="connsiteY5" fmla="*/ 0 h 6858000"/>
              <a:gd name="connsiteX6" fmla="*/ 4400554 w 4400554"/>
              <a:gd name="connsiteY6" fmla="*/ 570991 h 6858000"/>
              <a:gd name="connsiteX7" fmla="*/ 0 w 4400554"/>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00554" h="6858000">
                <a:moveTo>
                  <a:pt x="0" y="634999"/>
                </a:moveTo>
                <a:lnTo>
                  <a:pt x="4400554" y="634999"/>
                </a:lnTo>
                <a:lnTo>
                  <a:pt x="4400554" y="6858000"/>
                </a:lnTo>
                <a:lnTo>
                  <a:pt x="0" y="6858000"/>
                </a:lnTo>
                <a:close/>
                <a:moveTo>
                  <a:pt x="0" y="0"/>
                </a:moveTo>
                <a:lnTo>
                  <a:pt x="4400554" y="0"/>
                </a:lnTo>
                <a:lnTo>
                  <a:pt x="4400554"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62523" y="2145668"/>
            <a:ext cx="6689892" cy="41183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964103" y="6477000"/>
            <a:ext cx="4707905" cy="38100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672013" y="6477000"/>
            <a:ext cx="1329365" cy="381000"/>
          </a:xfrm>
          <a:prstGeom prst="rect">
            <a:avLst/>
          </a:prstGeom>
        </p:spPr>
        <p:txBody>
          <a:bodyPr/>
          <a:lstStyle>
            <a:lvl1pPr>
              <a:defRPr>
                <a:solidFill>
                  <a:schemeClr val="tx2"/>
                </a:solidFill>
              </a:defRPr>
            </a:lvl1pPr>
          </a:lstStyle>
          <a:p>
            <a:fld id="{821C7F0A-5051-48C2-8B3A-737429902C83}" type="datetimeFigureOut">
              <a:rPr lang="en-US" smtClean="0"/>
              <a:t>10/18/2026</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001379" y="6477000"/>
            <a:ext cx="657221" cy="381000"/>
          </a:xfrm>
          <a:prstGeom prst="rect">
            <a:avLst/>
          </a:prstGeom>
        </p:spPr>
        <p:txBody>
          <a:bodyPr/>
          <a:lstStyle>
            <a:lvl1pPr>
              <a:defRPr>
                <a:solidFill>
                  <a:schemeClr val="tx2"/>
                </a:solidFill>
              </a:defRPr>
            </a:lvl1pPr>
          </a:lstStyle>
          <a:p>
            <a:fld id="{023DD542-A8C4-4ABA-B82C-71BE3E02AB07}" type="slidenum">
              <a:rPr lang="en-US" smtClean="0"/>
              <a:t>‹#›</a:t>
            </a:fld>
            <a:endParaRPr lang="en-US"/>
          </a:p>
        </p:txBody>
      </p:sp>
      <p:sp>
        <p:nvSpPr>
          <p:cNvPr id="3" name="Freeform 2">
            <a:extLst>
              <a:ext uri="{FF2B5EF4-FFF2-40B4-BE49-F238E27FC236}">
                <a16:creationId xmlns:a16="http://schemas.microsoft.com/office/drawing/2014/main" id="{EC16BEA9-7D3A-E34B-4442-F0BFB853F3F8}"/>
              </a:ext>
            </a:extLst>
          </p:cNvPr>
          <p:cNvSpPr/>
          <p:nvPr/>
        </p:nvSpPr>
        <p:spPr>
          <a:xfrm>
            <a:off x="4408228" y="570993"/>
            <a:ext cx="7142064" cy="64006"/>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Rectangle 4">
            <a:extLst>
              <a:ext uri="{FF2B5EF4-FFF2-40B4-BE49-F238E27FC236}">
                <a16:creationId xmlns:a16="http://schemas.microsoft.com/office/drawing/2014/main" id="{A3462211-E1BA-E90A-00F8-E717C7293E42}"/>
              </a:ext>
            </a:extLst>
          </p:cNvPr>
          <p:cNvSpPr/>
          <p:nvPr/>
        </p:nvSpPr>
        <p:spPr>
          <a:xfrm>
            <a:off x="-2282" y="570991"/>
            <a:ext cx="4410510"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1046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3" y="1016955"/>
            <a:ext cx="7026437" cy="731520"/>
          </a:xfrm>
          <a:prstGeom prst="rect">
            <a:avLst/>
          </a:prstGeom>
        </p:spPr>
        <p:txBody>
          <a:bodyPr anchor="t"/>
          <a:lstStyle>
            <a:lvl1pPr>
              <a:defRPr cap="all" baseline="0"/>
            </a:lvl1pPr>
          </a:lstStyle>
          <a:p>
            <a:r>
              <a:rPr lang="en-US"/>
              <a:t>Click to edit Master title style</a:t>
            </a:r>
            <a:endParaRPr lang="en-US" dirty="0"/>
          </a:p>
        </p:txBody>
      </p:sp>
      <p:sp>
        <p:nvSpPr>
          <p:cNvPr id="38" name="Picture Placeholder 37">
            <a:extLst>
              <a:ext uri="{FF2B5EF4-FFF2-40B4-BE49-F238E27FC236}">
                <a16:creationId xmlns:a16="http://schemas.microsoft.com/office/drawing/2014/main" id="{87476243-EB8F-9EFF-F789-0088ABBB0FBF}"/>
              </a:ext>
            </a:extLst>
          </p:cNvPr>
          <p:cNvSpPr>
            <a:spLocks noGrp="1"/>
          </p:cNvSpPr>
          <p:nvPr>
            <p:ph type="pic" sz="quarter" idx="13" hasCustomPrompt="1"/>
          </p:nvPr>
        </p:nvSpPr>
        <p:spPr>
          <a:xfrm>
            <a:off x="0"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2145668"/>
            <a:ext cx="7026432" cy="407733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7" y="6477000"/>
            <a:ext cx="5426231" cy="381000"/>
          </a:xfrm>
          <a:prstGeom prst="rect">
            <a:avLst/>
          </a:prstGeom>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10058404" y="6477000"/>
            <a:ext cx="942970" cy="381000"/>
          </a:xfrm>
          <a:prstGeom prst="rect">
            <a:avLst/>
          </a:prstGeom>
        </p:spPr>
        <p:txBody>
          <a:bodyPr/>
          <a:lstStyle>
            <a:lvl1pPr>
              <a:defRPr>
                <a:solidFill>
                  <a:schemeClr val="tx2"/>
                </a:solidFill>
              </a:defRPr>
            </a:lvl1pPr>
          </a:lstStyle>
          <a:p>
            <a:fld id="{821C7F0A-5051-48C2-8B3A-737429902C83}" type="datetimeFigureOut">
              <a:rPr lang="en-US" smtClean="0"/>
              <a:t>10/18/2026</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001374" y="6477000"/>
            <a:ext cx="657226" cy="381000"/>
          </a:xfrm>
          <a:prstGeom prst="rect">
            <a:avLst/>
          </a:prstGeom>
        </p:spPr>
        <p:txBody>
          <a:bodyPr/>
          <a:lstStyle>
            <a:lvl1pPr>
              <a:defRPr>
                <a:solidFill>
                  <a:schemeClr val="tx2"/>
                </a:solidFill>
              </a:defRPr>
            </a:lvl1pPr>
          </a:lstStyle>
          <a:p>
            <a:fld id="{023DD542-A8C4-4ABA-B82C-71BE3E02AB07}" type="slidenum">
              <a:rPr lang="en-US" smtClean="0"/>
              <a:t>‹#›</a:t>
            </a:fld>
            <a:endParaRPr lang="en-US"/>
          </a:p>
        </p:txBody>
      </p:sp>
      <p:sp>
        <p:nvSpPr>
          <p:cNvPr id="5" name="Freeform 4">
            <a:extLst>
              <a:ext uri="{FF2B5EF4-FFF2-40B4-BE49-F238E27FC236}">
                <a16:creationId xmlns:a16="http://schemas.microsoft.com/office/drawing/2014/main" id="{ECF4FA5C-D406-8202-9143-DAEA62C5C872}"/>
              </a:ext>
            </a:extLst>
          </p:cNvPr>
          <p:cNvSpPr/>
          <p:nvPr/>
        </p:nvSpPr>
        <p:spPr>
          <a:xfrm>
            <a:off x="0"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reeform 5">
            <a:extLst>
              <a:ext uri="{FF2B5EF4-FFF2-40B4-BE49-F238E27FC236}">
                <a16:creationId xmlns:a16="http://schemas.microsoft.com/office/drawing/2014/main" id="{082645EB-0315-BBF0-B28C-6A31158DE8D1}"/>
              </a:ext>
            </a:extLst>
          </p:cNvPr>
          <p:cNvSpPr/>
          <p:nvPr/>
        </p:nvSpPr>
        <p:spPr>
          <a:xfrm>
            <a:off x="3997235"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874472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6858000" cy="731519"/>
          </a:xfrm>
          <a:prstGeom prst="rect">
            <a:avLst/>
          </a:prstGeom>
        </p:spPr>
        <p:txBody>
          <a:bodyPr anchor="t"/>
          <a:lstStyle>
            <a:lvl1pPr>
              <a:defRPr cap="all" baseline="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33401" y="2145668"/>
            <a:ext cx="6858000" cy="409352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533401" y="6464300"/>
            <a:ext cx="5366715" cy="399514"/>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5900115" y="6464300"/>
            <a:ext cx="929303" cy="399514"/>
          </a:xfrm>
          <a:prstGeom prst="rect">
            <a:avLst/>
          </a:prstGeom>
        </p:spPr>
        <p:txBody>
          <a:bodyPr/>
          <a:lstStyle>
            <a:lvl1pPr>
              <a:defRPr>
                <a:solidFill>
                  <a:schemeClr val="tx2"/>
                </a:solidFill>
              </a:defRPr>
            </a:lvl1pPr>
          </a:lstStyle>
          <a:p>
            <a:fld id="{821C7F0A-5051-48C2-8B3A-737429902C83}" type="datetimeFigureOut">
              <a:rPr lang="en-US" smtClean="0"/>
              <a:t>10/18/2026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6829424" y="6464300"/>
            <a:ext cx="561977" cy="399514"/>
          </a:xfrm>
          <a:prstGeom prst="rect">
            <a:avLst/>
          </a:prstGeom>
        </p:spPr>
        <p:txBody>
          <a:bodyPr/>
          <a:lstStyle>
            <a:lvl1pPr>
              <a:defRPr>
                <a:solidFill>
                  <a:schemeClr val="tx2"/>
                </a:solidFill>
              </a:defRPr>
            </a:lvl1pPr>
          </a:lstStyle>
          <a:p>
            <a:fld id="{023DD542-A8C4-4ABA-B82C-71BE3E02AB07}" type="slidenum">
              <a:rPr lang="en-US" smtClean="0"/>
              <a:t>‹#›</a:t>
            </a:fld>
            <a:endParaRPr lang="en-US"/>
          </a:p>
        </p:txBody>
      </p:sp>
      <p:sp>
        <p:nvSpPr>
          <p:cNvPr id="6" name="Picture Placeholder 5">
            <a:extLst>
              <a:ext uri="{FF2B5EF4-FFF2-40B4-BE49-F238E27FC236}">
                <a16:creationId xmlns:a16="http://schemas.microsoft.com/office/drawing/2014/main" id="{070CE66A-15FE-D8FB-D711-D3BB0755F0D1}"/>
              </a:ext>
            </a:extLst>
          </p:cNvPr>
          <p:cNvSpPr>
            <a:spLocks noGrp="1"/>
          </p:cNvSpPr>
          <p:nvPr>
            <p:ph type="pic" sz="quarter" idx="18" hasCustomPrompt="1"/>
          </p:nvPr>
        </p:nvSpPr>
        <p:spPr>
          <a:xfrm>
            <a:off x="8193866" y="1"/>
            <a:ext cx="3998133" cy="6858000"/>
          </a:xfrm>
          <a:custGeom>
            <a:avLst/>
            <a:gdLst>
              <a:gd name="connsiteX0" fmla="*/ 0 w 3998133"/>
              <a:gd name="connsiteY0" fmla="*/ 634999 h 6858000"/>
              <a:gd name="connsiteX1" fmla="*/ 3998133 w 3998133"/>
              <a:gd name="connsiteY1" fmla="*/ 634999 h 6858000"/>
              <a:gd name="connsiteX2" fmla="*/ 3998133 w 3998133"/>
              <a:gd name="connsiteY2" fmla="*/ 6858000 h 6858000"/>
              <a:gd name="connsiteX3" fmla="*/ 0 w 3998133"/>
              <a:gd name="connsiteY3" fmla="*/ 6858000 h 6858000"/>
              <a:gd name="connsiteX4" fmla="*/ 0 w 3998133"/>
              <a:gd name="connsiteY4" fmla="*/ 0 h 6858000"/>
              <a:gd name="connsiteX5" fmla="*/ 3998133 w 3998133"/>
              <a:gd name="connsiteY5" fmla="*/ 0 h 6858000"/>
              <a:gd name="connsiteX6" fmla="*/ 3998133 w 3998133"/>
              <a:gd name="connsiteY6" fmla="*/ 570991 h 6858000"/>
              <a:gd name="connsiteX7" fmla="*/ 0 w 3998133"/>
              <a:gd name="connsiteY7" fmla="*/ 57099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98133" h="6858000">
                <a:moveTo>
                  <a:pt x="0" y="634999"/>
                </a:moveTo>
                <a:lnTo>
                  <a:pt x="3998133" y="634999"/>
                </a:lnTo>
                <a:lnTo>
                  <a:pt x="3998133" y="6858000"/>
                </a:lnTo>
                <a:lnTo>
                  <a:pt x="0" y="6858000"/>
                </a:lnTo>
                <a:close/>
                <a:moveTo>
                  <a:pt x="0" y="0"/>
                </a:moveTo>
                <a:lnTo>
                  <a:pt x="3998133" y="0"/>
                </a:lnTo>
                <a:lnTo>
                  <a:pt x="3998133" y="570991"/>
                </a:lnTo>
                <a:lnTo>
                  <a:pt x="0" y="57099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E19B021D-A5A3-D515-C491-988160E0708C}"/>
              </a:ext>
            </a:extLst>
          </p:cNvPr>
          <p:cNvSpPr/>
          <p:nvPr/>
        </p:nvSpPr>
        <p:spPr>
          <a:xfrm>
            <a:off x="8172447" y="570992"/>
            <a:ext cx="4019552"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F6879252-7B61-583A-CF4D-92BF27416ADC}"/>
              </a:ext>
            </a:extLst>
          </p:cNvPr>
          <p:cNvSpPr/>
          <p:nvPr/>
        </p:nvSpPr>
        <p:spPr>
          <a:xfrm>
            <a:off x="633137" y="570992"/>
            <a:ext cx="7560729"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4395523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1" y="1016955"/>
            <a:ext cx="4573438" cy="1328932"/>
          </a:xfrm>
          <a:prstGeom prst="rect">
            <a:avLst/>
          </a:prstGeom>
        </p:spPr>
        <p:txBody>
          <a:bodyPr anchor="t">
            <a:noAutofit/>
          </a:bodyPr>
          <a:lstStyle>
            <a:lvl1pPr>
              <a:defRPr sz="3600" cap="all" baseline="0">
                <a:solidFill>
                  <a:schemeClr val="tx2"/>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33401" y="2495232"/>
            <a:ext cx="4573438"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400" y="6477000"/>
            <a:ext cx="2921550" cy="381000"/>
          </a:xfrm>
          <a:prstGeom prst="rect">
            <a:avLst/>
          </a:prstGeom>
        </p:spPr>
        <p:txBody>
          <a:bodyPr/>
          <a:lstStyle>
            <a:lvl1pPr>
              <a:defRPr>
                <a:solidFill>
                  <a:schemeClr val="tx2"/>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454946" y="6477000"/>
            <a:ext cx="1100995" cy="381000"/>
          </a:xfrm>
          <a:prstGeom prst="rect">
            <a:avLst/>
          </a:prstGeom>
        </p:spPr>
        <p:txBody>
          <a:bodyPr/>
          <a:lstStyle>
            <a:lvl1pPr>
              <a:defRPr>
                <a:solidFill>
                  <a:schemeClr val="tx2"/>
                </a:solidFill>
              </a:defRPr>
            </a:lvl1pPr>
          </a:lstStyle>
          <a:p>
            <a:fld id="{821C7F0A-5051-48C2-8B3A-737429902C83}" type="datetimeFigureOut">
              <a:rPr lang="en-US" smtClean="0"/>
              <a:t>10/18/2026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553312" y="6477000"/>
            <a:ext cx="552253" cy="381000"/>
          </a:xfrm>
          <a:prstGeom prst="rect">
            <a:avLst/>
          </a:prstGeom>
        </p:spPr>
        <p:txBody>
          <a:bodyPr/>
          <a:lstStyle>
            <a:lvl1pPr>
              <a:defRPr>
                <a:solidFill>
                  <a:schemeClr val="tx2"/>
                </a:solidFill>
                <a:effectLst/>
              </a:defRPr>
            </a:lvl1pPr>
          </a:lstStyle>
          <a:p>
            <a:fld id="{023DD542-A8C4-4ABA-B82C-71BE3E02AB07}"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103B3571-8BEB-7B5F-5141-60BE7E4F2B98}"/>
              </a:ext>
            </a:extLst>
          </p:cNvPr>
          <p:cNvSpPr/>
          <p:nvPr/>
        </p:nvSpPr>
        <p:spPr>
          <a:xfrm>
            <a:off x="631405" y="570990"/>
            <a:ext cx="5024894"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303034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275" y="1016955"/>
            <a:ext cx="3445936" cy="1328932"/>
          </a:xfrm>
          <a:prstGeom prst="rect">
            <a:avLst/>
          </a:prstGeom>
        </p:spPr>
        <p:txBody>
          <a:bodyPr anchor="t">
            <a:normAutofit/>
          </a:bodyPr>
          <a:lstStyle>
            <a:lvl1pPr>
              <a:defRPr sz="3600" cap="all" baseline="0">
                <a:solidFill>
                  <a:schemeClr val="tx2"/>
                </a:solidFill>
              </a:defRPr>
            </a:lvl1pPr>
          </a:lstStyle>
          <a:p>
            <a:r>
              <a:rPr lang="en-US"/>
              <a:t>Click to edit Master title style</a:t>
            </a:r>
            <a:endParaRPr lang="en-US" dirty="0"/>
          </a:p>
        </p:txBody>
      </p:sp>
      <p:sp>
        <p:nvSpPr>
          <p:cNvPr id="6" name="Content Placeholder 7">
            <a:extLst>
              <a:ext uri="{FF2B5EF4-FFF2-40B4-BE49-F238E27FC236}">
                <a16:creationId xmlns:a16="http://schemas.microsoft.com/office/drawing/2014/main" id="{7056A831-274A-4E01-51DC-29FC50834A4F}"/>
              </a:ext>
            </a:extLst>
          </p:cNvPr>
          <p:cNvSpPr>
            <a:spLocks noGrp="1"/>
          </p:cNvSpPr>
          <p:nvPr>
            <p:ph sz="quarter" idx="18"/>
          </p:nvPr>
        </p:nvSpPr>
        <p:spPr>
          <a:xfrm>
            <a:off x="533400" y="2495232"/>
            <a:ext cx="3445936" cy="372776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533400" y="6477000"/>
            <a:ext cx="2076777" cy="38100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610177" y="6477000"/>
            <a:ext cx="949766" cy="381000"/>
          </a:xfrm>
          <a:prstGeom prst="rect">
            <a:avLst/>
          </a:prstGeom>
        </p:spPr>
        <p:txBody>
          <a:bodyPr/>
          <a:lstStyle>
            <a:lvl1pPr>
              <a:defRPr>
                <a:solidFill>
                  <a:schemeClr val="tx2"/>
                </a:solidFill>
              </a:defRPr>
            </a:lvl1pPr>
          </a:lstStyle>
          <a:p>
            <a:fld id="{821C7F0A-5051-48C2-8B3A-737429902C83}" type="datetimeFigureOut">
              <a:rPr lang="en-US" smtClean="0"/>
              <a:t>10/18/2026</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559943" y="6477000"/>
            <a:ext cx="429207" cy="381000"/>
          </a:xfrm>
          <a:prstGeom prst="rect">
            <a:avLst/>
          </a:prstGeom>
        </p:spPr>
        <p:txBody>
          <a:bodyPr/>
          <a:lstStyle>
            <a:lvl1pPr>
              <a:defRPr>
                <a:solidFill>
                  <a:schemeClr val="tx2"/>
                </a:solidFill>
              </a:defRPr>
            </a:lvl1pPr>
          </a:lstStyle>
          <a:p>
            <a:fld id="{023DD542-A8C4-4ABA-B82C-71BE3E02AB07}" type="slidenum">
              <a:rPr lang="en-US" smtClean="0"/>
              <a:t>‹#›</a:t>
            </a:fld>
            <a:endParaRPr lang="en-US"/>
          </a:p>
        </p:txBody>
      </p:sp>
      <p:sp>
        <p:nvSpPr>
          <p:cNvPr id="7" name="Picture Placeholder 10">
            <a:extLst>
              <a:ext uri="{FF2B5EF4-FFF2-40B4-BE49-F238E27FC236}">
                <a16:creationId xmlns:a16="http://schemas.microsoft.com/office/drawing/2014/main" id="{0BBEF0D8-DF37-CB82-D6FC-4B18E864B26C}"/>
              </a:ext>
            </a:extLst>
          </p:cNvPr>
          <p:cNvSpPr>
            <a:spLocks noGrp="1"/>
          </p:cNvSpPr>
          <p:nvPr>
            <p:ph type="pic" sz="quarter" idx="13" hasCustomPrompt="1"/>
          </p:nvPr>
        </p:nvSpPr>
        <p:spPr>
          <a:xfrm>
            <a:off x="4602979" y="0"/>
            <a:ext cx="7584144" cy="6858000"/>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3" name="Freeform 2">
            <a:extLst>
              <a:ext uri="{FF2B5EF4-FFF2-40B4-BE49-F238E27FC236}">
                <a16:creationId xmlns:a16="http://schemas.microsoft.com/office/drawing/2014/main" id="{8DC2254B-5D42-9D5B-16C8-9FAF562F458A}"/>
              </a:ext>
            </a:extLst>
          </p:cNvPr>
          <p:cNvSpPr/>
          <p:nvPr/>
        </p:nvSpPr>
        <p:spPr>
          <a:xfrm>
            <a:off x="615697" y="570989"/>
            <a:ext cx="3987282" cy="64012"/>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746810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0" y="1016955"/>
            <a:ext cx="2770539" cy="1875475"/>
          </a:xfrm>
          <a:prstGeom prst="rect">
            <a:avLst/>
          </a:prstGeom>
        </p:spPr>
        <p:txBody>
          <a:bodyPr anchor="t"/>
          <a:lstStyle>
            <a:lvl1pPr>
              <a:defRPr cap="all" baseline="0">
                <a:solidFill>
                  <a:schemeClr val="tx2"/>
                </a:solidFill>
              </a:defRPr>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769544" cy="28449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477000"/>
            <a:ext cx="1404460" cy="381000"/>
          </a:xfrm>
          <a:prstGeom prst="rect">
            <a:avLst/>
          </a:prstGeom>
        </p:spPr>
        <p:txBody>
          <a:bodyPr/>
          <a:lstStyle>
            <a:lvl1pPr>
              <a:defRPr>
                <a:solidFill>
                  <a:schemeClr val="tx2"/>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477000"/>
            <a:ext cx="708857" cy="381000"/>
          </a:xfrm>
          <a:prstGeom prst="rect">
            <a:avLst/>
          </a:prstGeom>
        </p:spPr>
        <p:txBody>
          <a:bodyPr/>
          <a:lstStyle>
            <a:lvl1pPr>
              <a:defRPr>
                <a:solidFill>
                  <a:schemeClr val="tx2"/>
                </a:solidFill>
                <a:effectLst/>
              </a:defRPr>
            </a:lvl1pPr>
          </a:lstStyle>
          <a:p>
            <a:fld id="{821C7F0A-5051-48C2-8B3A-737429902C83}" type="datetimeFigureOut">
              <a:rPr lang="en-US" smtClean="0"/>
              <a:t>10/18/2026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80" y="6477000"/>
            <a:ext cx="657220" cy="381000"/>
          </a:xfrm>
          <a:prstGeom prst="rect">
            <a:avLst/>
          </a:prstGeom>
        </p:spPr>
        <p:txBody>
          <a:bodyPr/>
          <a:lstStyle>
            <a:lvl1pPr>
              <a:defRPr>
                <a:solidFill>
                  <a:schemeClr val="tx2"/>
                </a:solidFill>
              </a:defRPr>
            </a:lvl1pPr>
          </a:lstStyle>
          <a:p>
            <a:fld id="{023DD542-A8C4-4ABA-B82C-71BE3E02AB07}" type="slidenum">
              <a:rPr lang="en-US" smtClean="0"/>
              <a:t>‹#›</a:t>
            </a:fld>
            <a:endParaRPr lang="en-US"/>
          </a:p>
        </p:txBody>
      </p:sp>
      <p:sp>
        <p:nvSpPr>
          <p:cNvPr id="3" name="Freeform 2">
            <a:extLst>
              <a:ext uri="{FF2B5EF4-FFF2-40B4-BE49-F238E27FC236}">
                <a16:creationId xmlns:a16="http://schemas.microsoft.com/office/drawing/2014/main" id="{3AEE3D4D-61F7-E7A0-0EB4-DE705A2CAF60}"/>
              </a:ext>
            </a:extLst>
          </p:cNvPr>
          <p:cNvSpPr/>
          <p:nvPr/>
        </p:nvSpPr>
        <p:spPr>
          <a:xfrm>
            <a:off x="8326322" y="570989"/>
            <a:ext cx="3332277" cy="64008"/>
          </a:xfrm>
          <a:custGeom>
            <a:avLst/>
            <a:gdLst>
              <a:gd name="connsiteX0" fmla="*/ 0 w 7152036"/>
              <a:gd name="connsiteY0" fmla="*/ 0 h 64008"/>
              <a:gd name="connsiteX1" fmla="*/ 7152036 w 7152036"/>
              <a:gd name="connsiteY1" fmla="*/ 0 h 64008"/>
              <a:gd name="connsiteX2" fmla="*/ 7152036 w 7152036"/>
              <a:gd name="connsiteY2" fmla="*/ 64008 h 64008"/>
              <a:gd name="connsiteX3" fmla="*/ 0 w 7152036"/>
              <a:gd name="connsiteY3" fmla="*/ 64008 h 64008"/>
            </a:gdLst>
            <a:ahLst/>
            <a:cxnLst>
              <a:cxn ang="0">
                <a:pos x="connsiteX0" y="connsiteY0"/>
              </a:cxn>
              <a:cxn ang="0">
                <a:pos x="connsiteX1" y="connsiteY1"/>
              </a:cxn>
              <a:cxn ang="0">
                <a:pos x="connsiteX2" y="connsiteY2"/>
              </a:cxn>
              <a:cxn ang="0">
                <a:pos x="connsiteX3" y="connsiteY3"/>
              </a:cxn>
            </a:cxnLst>
            <a:rect l="l" t="t" r="r" b="b"/>
            <a:pathLst>
              <a:path w="7152036" h="64008">
                <a:moveTo>
                  <a:pt x="0" y="0"/>
                </a:moveTo>
                <a:lnTo>
                  <a:pt x="7152036" y="0"/>
                </a:lnTo>
                <a:lnTo>
                  <a:pt x="7152036" y="64008"/>
                </a:lnTo>
                <a:lnTo>
                  <a:pt x="0" y="64008"/>
                </a:ln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7390470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3623948"/>
            <a:ext cx="3486152" cy="2599051"/>
          </a:xfrm>
          <a:prstGeom prst="rect">
            <a:avLst/>
          </a:prstGeom>
        </p:spPr>
        <p:txBody>
          <a:bodyPr anchor="t">
            <a:normAutofit/>
          </a:bodyPr>
          <a:lstStyle>
            <a:lvl1pPr>
              <a:defRPr sz="3600" cap="all" baseline="0">
                <a:solidFill>
                  <a:schemeClr val="tx2"/>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242949"/>
          </a:xfrm>
          <a:prstGeom prst="rect">
            <a:avLst/>
          </a:prstGeo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05936" y="3623949"/>
            <a:ext cx="7252664" cy="2599050"/>
          </a:xfrm>
          <a:prstGeom prst="rect">
            <a:avLst/>
          </a:prstGeo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821C7F0A-5051-48C2-8B3A-737429902C83}" type="datetimeFigureOut">
              <a:rPr lang="en-US" smtClean="0"/>
              <a:t>10/18/2026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023DD542-A8C4-4ABA-B82C-71BE3E02AB07}" type="slidenum">
              <a:rPr lang="en-US" smtClean="0"/>
              <a:t>‹#›</a:t>
            </a:fld>
            <a:endParaRPr lang="en-US"/>
          </a:p>
        </p:txBody>
      </p:sp>
    </p:spTree>
    <p:extLst>
      <p:ext uri="{BB962C8B-B14F-4D97-AF65-F5344CB8AC3E}">
        <p14:creationId xmlns:p14="http://schemas.microsoft.com/office/powerpoint/2010/main" val="16748127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400" y="1016955"/>
            <a:ext cx="11125199" cy="731519"/>
          </a:xfrm>
          <a:prstGeom prst="rect">
            <a:avLst/>
          </a:prstGeom>
        </p:spPr>
        <p:txBody>
          <a:bodyPr anchor="t"/>
          <a:lstStyle>
            <a:lvl1pPr>
              <a:defRPr cap="all" baseline="0">
                <a:solidFill>
                  <a:schemeClr val="tx2"/>
                </a:solidFill>
              </a:defRPr>
            </a:lvl1pPr>
          </a:lstStyle>
          <a:p>
            <a:r>
              <a:rPr lang="en-US"/>
              <a:t>Click to edit Master title style</a:t>
            </a:r>
            <a:endParaRPr lang="en-US" dirty="0"/>
          </a:p>
        </p:txBody>
      </p:sp>
      <p:sp>
        <p:nvSpPr>
          <p:cNvPr id="36" name="Picture Placeholder 11">
            <a:extLst>
              <a:ext uri="{FF2B5EF4-FFF2-40B4-BE49-F238E27FC236}">
                <a16:creationId xmlns:a16="http://schemas.microsoft.com/office/drawing/2014/main" id="{61ACD7CC-7A35-CC8D-F7DA-128B795065B1}"/>
              </a:ext>
            </a:extLst>
          </p:cNvPr>
          <p:cNvSpPr>
            <a:spLocks noGrp="1"/>
          </p:cNvSpPr>
          <p:nvPr>
            <p:ph type="pic" sz="quarter" idx="18" hasCustomPrompt="1"/>
          </p:nvPr>
        </p:nvSpPr>
        <p:spPr>
          <a:xfrm>
            <a:off x="0" y="2145668"/>
            <a:ext cx="6291878" cy="472852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marL="0" indent="0">
              <a:buNone/>
              <a:defRPr lang="en-US" dirty="0"/>
            </a:lvl1pPr>
          </a:lstStyle>
          <a:p>
            <a:pPr marL="228600" lvl="0" indent="-228600"/>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843095" y="2145668"/>
            <a:ext cx="4815505" cy="4190497"/>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843095" y="6492240"/>
            <a:ext cx="3215297" cy="36576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058398" y="6492240"/>
            <a:ext cx="942982" cy="365760"/>
          </a:xfrm>
          <a:prstGeom prst="rect">
            <a:avLst/>
          </a:prstGeom>
        </p:spPr>
        <p:txBody>
          <a:bodyPr/>
          <a:lstStyle>
            <a:lvl1pPr>
              <a:defRPr>
                <a:solidFill>
                  <a:schemeClr val="tx2"/>
                </a:solidFill>
              </a:defRPr>
            </a:lvl1pPr>
          </a:lstStyle>
          <a:p>
            <a:fld id="{821C7F0A-5051-48C2-8B3A-737429902C83}" type="datetimeFigureOut">
              <a:rPr lang="en-US" smtClean="0"/>
              <a:t>10/18/2026</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001379" y="6492240"/>
            <a:ext cx="657221" cy="365760"/>
          </a:xfrm>
          <a:prstGeom prst="rect">
            <a:avLst/>
          </a:prstGeom>
        </p:spPr>
        <p:txBody>
          <a:bodyPr/>
          <a:lstStyle>
            <a:lvl1pPr>
              <a:defRPr>
                <a:solidFill>
                  <a:schemeClr val="tx2"/>
                </a:solidFill>
              </a:defRPr>
            </a:lvl1pPr>
          </a:lstStyle>
          <a:p>
            <a:fld id="{023DD542-A8C4-4ABA-B82C-71BE3E02AB07}" type="slidenum">
              <a:rPr lang="en-US" smtClean="0"/>
              <a:t>‹#›</a:t>
            </a:fld>
            <a:endParaRPr lang="en-US"/>
          </a:p>
        </p:txBody>
      </p:sp>
      <p:sp>
        <p:nvSpPr>
          <p:cNvPr id="3" name="Rectangle 2">
            <a:extLst>
              <a:ext uri="{FF2B5EF4-FFF2-40B4-BE49-F238E27FC236}">
                <a16:creationId xmlns:a16="http://schemas.microsoft.com/office/drawing/2014/main" id="{54335081-FA52-F16F-A616-E20DA766DB57}"/>
              </a:ext>
            </a:extLst>
          </p:cNvPr>
          <p:cNvSpPr/>
          <p:nvPr/>
        </p:nvSpPr>
        <p:spPr>
          <a:xfrm>
            <a:off x="634030" y="565606"/>
            <a:ext cx="11557968"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32820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9" y="1016955"/>
            <a:ext cx="3486153" cy="1316347"/>
          </a:xfrm>
          <a:prstGeom prst="rect">
            <a:avLst/>
          </a:prstGeom>
        </p:spPr>
        <p:txBody>
          <a:bodyPr anchor="t">
            <a:noAutofit/>
          </a:bodyPr>
          <a:lstStyle>
            <a:lvl1pPr>
              <a:defRPr sz="3600" cap="all" baseline="0">
                <a:solidFill>
                  <a:schemeClr val="tx2"/>
                </a:solidFill>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34030" y="2495233"/>
            <a:ext cx="3385517" cy="3727765"/>
          </a:xfrm>
          <a:prstGeom prst="rect">
            <a:avLst/>
          </a:prstGeom>
          <a:blipFill dpi="0" rotWithShape="1">
            <a:blip r:embed="rId2">
              <a:alphaModFix amt="60000"/>
            </a:blip>
            <a:srcRect/>
            <a:stretch>
              <a:fillRect/>
            </a:stretch>
          </a:blipFill>
        </p:spPr>
        <p:txBody>
          <a:bodyPr/>
          <a:lstStyle>
            <a:lvl1pPr marL="0" indent="0">
              <a:buFont typeface="Arial" panose="020B0604020202020204" pitchFamily="34" charse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576142" y="1016954"/>
            <a:ext cx="7082457" cy="5206045"/>
          </a:xfrm>
          <a:prstGeom prst="rect">
            <a:avLst/>
          </a:prstGeo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77000"/>
            <a:ext cx="8576637" cy="381001"/>
          </a:xfrm>
          <a:prstGeom prst="rect">
            <a:avLst/>
          </a:prstGeom>
        </p:spPr>
        <p:txBody>
          <a:bodyPr/>
          <a:lstStyle>
            <a:lvl1pPr>
              <a:defRPr>
                <a:solidFill>
                  <a:schemeClr val="tx2"/>
                </a:solidFill>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76999"/>
            <a:ext cx="1891338" cy="381001"/>
          </a:xfrm>
          <a:prstGeom prst="rect">
            <a:avLst/>
          </a:prstGeom>
        </p:spPr>
        <p:txBody>
          <a:bodyPr/>
          <a:lstStyle>
            <a:lvl1pPr>
              <a:defRPr>
                <a:solidFill>
                  <a:schemeClr val="tx2"/>
                </a:solidFill>
              </a:defRPr>
            </a:lvl1pPr>
          </a:lstStyle>
          <a:p>
            <a:fld id="{821C7F0A-5051-48C2-8B3A-737429902C83}" type="datetimeFigureOut">
              <a:rPr lang="en-US" smtClean="0"/>
              <a:t>10/18/2026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4" y="6477000"/>
            <a:ext cx="657226" cy="381001"/>
          </a:xfrm>
          <a:prstGeom prst="rect">
            <a:avLst/>
          </a:prstGeom>
        </p:spPr>
        <p:txBody>
          <a:bodyPr/>
          <a:lstStyle>
            <a:lvl1pPr>
              <a:defRPr>
                <a:solidFill>
                  <a:schemeClr val="tx2"/>
                </a:solidFill>
              </a:defRPr>
            </a:lvl1pPr>
          </a:lstStyle>
          <a:p>
            <a:fld id="{023DD542-A8C4-4ABA-B82C-71BE3E02AB07}" type="slidenum">
              <a:rPr lang="en-US" smtClean="0"/>
              <a:t>‹#›</a:t>
            </a:fld>
            <a:endParaRPr lang="en-US"/>
          </a:p>
        </p:txBody>
      </p:sp>
      <p:sp>
        <p:nvSpPr>
          <p:cNvPr id="3" name="Rectangle 2">
            <a:extLst>
              <a:ext uri="{FF2B5EF4-FFF2-40B4-BE49-F238E27FC236}">
                <a16:creationId xmlns:a16="http://schemas.microsoft.com/office/drawing/2014/main" id="{05CA24FE-7F15-0A35-2050-28F4CE33B91F}"/>
              </a:ext>
            </a:extLst>
          </p:cNvPr>
          <p:cNvSpPr/>
          <p:nvPr/>
        </p:nvSpPr>
        <p:spPr>
          <a:xfrm>
            <a:off x="634030" y="565606"/>
            <a:ext cx="3385521"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CC9E0A62-7502-AFE4-4860-6DE00EB6D1D5}"/>
              </a:ext>
            </a:extLst>
          </p:cNvPr>
          <p:cNvSpPr/>
          <p:nvPr/>
        </p:nvSpPr>
        <p:spPr>
          <a:xfrm>
            <a:off x="4019547" y="565605"/>
            <a:ext cx="8172453"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03669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473C94E-2C8E-3F68-4792-D2F9DD866344}"/>
              </a:ext>
            </a:extLst>
          </p:cNvPr>
          <p:cNvSpPr>
            <a:spLocks noGrp="1"/>
          </p:cNvSpPr>
          <p:nvPr>
            <p:ph type="title"/>
          </p:nvPr>
        </p:nvSpPr>
        <p:spPr>
          <a:xfrm>
            <a:off x="3462961" y="5109525"/>
            <a:ext cx="8195638" cy="744634"/>
          </a:xfrm>
        </p:spPr>
        <p:txBody>
          <a:bodyPr anchor="b">
            <a:normAutofit/>
          </a:bodyPr>
          <a:lstStyle>
            <a:lvl1pPr>
              <a:defRPr sz="2000" b="1">
                <a:solidFill>
                  <a:schemeClr val="bg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16E6EBA2-EEB8-DB5B-897E-6DAE1530B31E}"/>
              </a:ext>
            </a:extLst>
          </p:cNvPr>
          <p:cNvSpPr>
            <a:spLocks noGrp="1"/>
          </p:cNvSpPr>
          <p:nvPr>
            <p:ph sz="quarter" idx="14" hasCustomPrompt="1"/>
          </p:nvPr>
        </p:nvSpPr>
        <p:spPr>
          <a:xfrm>
            <a:off x="533400" y="533400"/>
            <a:ext cx="11125200" cy="4576763"/>
          </a:xfrm>
        </p:spPr>
        <p:txBody>
          <a:bodyPr>
            <a:normAutofit/>
          </a:bodyPr>
          <a:lstStyle>
            <a:lvl1pPr marL="0" indent="0">
              <a:buNone/>
              <a:defRPr sz="30000" b="0">
                <a:solidFill>
                  <a:schemeClr val="bg1"/>
                </a:solidFill>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533399" y="6477000"/>
            <a:ext cx="8576637" cy="381001"/>
          </a:xfrm>
          <a:prstGeom prst="rect">
            <a:avLst/>
          </a:prstGeom>
        </p:spPr>
        <p:txBody>
          <a:bodyPr/>
          <a:lstStyle>
            <a:lvl1pPr>
              <a:defRPr>
                <a:solidFill>
                  <a:schemeClr val="bg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9110036" y="6477000"/>
            <a:ext cx="1880546" cy="381000"/>
          </a:xfrm>
          <a:prstGeom prst="rect">
            <a:avLst/>
          </a:prstGeom>
        </p:spPr>
        <p:txBody>
          <a:bodyPr/>
          <a:lstStyle>
            <a:lvl1pPr>
              <a:defRPr>
                <a:solidFill>
                  <a:schemeClr val="bg1"/>
                </a:solidFill>
              </a:defRPr>
            </a:lvl1pPr>
          </a:lstStyle>
          <a:p>
            <a:fld id="{821C7F0A-5051-48C2-8B3A-737429902C83}" type="datetimeFigureOut">
              <a:rPr lang="en-US" smtClean="0"/>
              <a:t>10/18/2026</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bg1"/>
                </a:solidFill>
              </a:defRPr>
            </a:lvl1pPr>
          </a:lstStyle>
          <a:p>
            <a:fld id="{023DD542-A8C4-4ABA-B82C-71BE3E02AB07}" type="slidenum">
              <a:rPr lang="en-US" smtClean="0"/>
              <a:t>‹#›</a:t>
            </a:fld>
            <a:endParaRPr lang="en-US"/>
          </a:p>
        </p:txBody>
      </p:sp>
      <p:sp>
        <p:nvSpPr>
          <p:cNvPr id="36" name="Rectangle 35">
            <a:extLst>
              <a:ext uri="{FF2B5EF4-FFF2-40B4-BE49-F238E27FC236}">
                <a16:creationId xmlns:a16="http://schemas.microsoft.com/office/drawing/2014/main" id="{CCD9F1A0-57DB-F034-0AB9-2E671ABA4CDD}"/>
              </a:ext>
            </a:extLst>
          </p:cNvPr>
          <p:cNvSpPr/>
          <p:nvPr/>
        </p:nvSpPr>
        <p:spPr>
          <a:xfrm>
            <a:off x="9110040" y="6155911"/>
            <a:ext cx="308195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66B7340E-9893-2D44-91EA-76771EE522E6}"/>
              </a:ext>
            </a:extLst>
          </p:cNvPr>
          <p:cNvSpPr/>
          <p:nvPr/>
        </p:nvSpPr>
        <p:spPr>
          <a:xfrm>
            <a:off x="3467745" y="6155911"/>
            <a:ext cx="5642289" cy="6400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72256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lvl1pPr>
              <a:defRPr>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33399" y="1016955"/>
            <a:ext cx="11125201" cy="4840285"/>
          </a:xfrm>
          <a:prstGeom prst="rect">
            <a:avLst/>
          </a:prstGeom>
        </p:spPr>
        <p:txBody>
          <a:bodyPr anchor="t">
            <a:noAutofit/>
          </a:bodyPr>
          <a:lstStyle>
            <a:lvl1pPr marL="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1pPr>
            <a:lvl2pPr marL="2286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2pPr>
            <a:lvl3pPr marL="4572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3pPr>
            <a:lvl4pPr marL="6858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4pPr>
            <a:lvl5pPr marL="914400" indent="0">
              <a:lnSpc>
                <a:spcPct val="90000"/>
              </a:lnSpc>
              <a:spcBef>
                <a:spcPts val="0"/>
              </a:spcBef>
              <a:buNone/>
              <a:defRPr sz="7200" b="1">
                <a:solidFill>
                  <a:schemeClr val="bg2"/>
                </a:solidFill>
                <a:latin typeface="Arial" panose="020B0604020202020204" pitchFamily="34" charset="0"/>
                <a:cs typeface="Arial" panose="020B0604020202020204" pitchFamily="34" charset="0"/>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533399" y="6492240"/>
            <a:ext cx="8576637" cy="365761"/>
          </a:xfrm>
          <a:prstGeom prst="rect">
            <a:avLst/>
          </a:prstGeom>
        </p:spPr>
        <p:txBody>
          <a:bodyPr/>
          <a:lstStyle>
            <a:lvl1pPr>
              <a:defRPr>
                <a:solidFill>
                  <a:schemeClr val="bg2"/>
                </a:solidFill>
              </a:defRPr>
            </a:lvl1p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9110036" y="6492239"/>
            <a:ext cx="1891338" cy="365761"/>
          </a:xfrm>
          <a:prstGeom prst="rect">
            <a:avLst/>
          </a:prstGeom>
        </p:spPr>
        <p:txBody>
          <a:bodyPr/>
          <a:lstStyle>
            <a:lvl1pPr>
              <a:defRPr>
                <a:solidFill>
                  <a:schemeClr val="bg2"/>
                </a:solidFill>
              </a:defRPr>
            </a:lvl1pPr>
          </a:lstStyle>
          <a:p>
            <a:fld id="{821C7F0A-5051-48C2-8B3A-737429902C83}" type="datetimeFigureOut">
              <a:rPr lang="en-US" smtClean="0"/>
              <a:t>10/18/2026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0995976" y="6492240"/>
            <a:ext cx="662624" cy="365761"/>
          </a:xfrm>
          <a:prstGeom prst="rect">
            <a:avLst/>
          </a:prstGeom>
        </p:spPr>
        <p:txBody>
          <a:bodyPr/>
          <a:lstStyle>
            <a:lvl1pPr>
              <a:defRPr>
                <a:solidFill>
                  <a:schemeClr val="bg2"/>
                </a:solidFill>
              </a:defRPr>
            </a:lvl1pPr>
          </a:lstStyle>
          <a:p>
            <a:fld id="{023DD542-A8C4-4ABA-B82C-71BE3E02AB07}" type="slidenum">
              <a:rPr lang="en-US" smtClean="0"/>
              <a:t>‹#›</a:t>
            </a:fld>
            <a:endParaRPr lang="en-US"/>
          </a:p>
        </p:txBody>
      </p:sp>
      <p:sp>
        <p:nvSpPr>
          <p:cNvPr id="6" name="Rectangle 5">
            <a:extLst>
              <a:ext uri="{FF2B5EF4-FFF2-40B4-BE49-F238E27FC236}">
                <a16:creationId xmlns:a16="http://schemas.microsoft.com/office/drawing/2014/main" id="{F810F272-8DCB-3D9F-8EA6-FBDD6B7DFDA3}"/>
              </a:ext>
            </a:extLst>
          </p:cNvPr>
          <p:cNvSpPr/>
          <p:nvPr/>
        </p:nvSpPr>
        <p:spPr>
          <a:xfrm>
            <a:off x="9110040" y="6155911"/>
            <a:ext cx="3081959" cy="64008"/>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F638ED97-EB88-D071-C45A-D0C32569D40D}"/>
              </a:ext>
            </a:extLst>
          </p:cNvPr>
          <p:cNvSpPr/>
          <p:nvPr/>
        </p:nvSpPr>
        <p:spPr>
          <a:xfrm>
            <a:off x="3467745" y="6155911"/>
            <a:ext cx="5642289" cy="64008"/>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35387099"/>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467745" y="5216204"/>
            <a:ext cx="8190855" cy="640080"/>
          </a:xfrm>
          <a:prstGeom prst="rect">
            <a:avLst/>
          </a:prstGeom>
        </p:spPr>
        <p:txBody>
          <a:bodyPr anchor="b">
            <a:normAutofit/>
          </a:bodyPr>
          <a:lstStyle>
            <a:lvl1pPr>
              <a:lnSpc>
                <a:spcPct val="120000"/>
              </a:lnSpc>
              <a:defRPr sz="2000" spc="0">
                <a:solidFill>
                  <a:schemeClr val="tx2"/>
                </a:solidFill>
                <a:latin typeface="Arial" panose="020B0604020202020204" pitchFamily="34" charset="0"/>
                <a:cs typeface="Arial" panose="020B0604020202020204" pitchFamily="34" charset="0"/>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533398" y="1016954"/>
            <a:ext cx="11125201" cy="3711571"/>
          </a:xfrm>
          <a:prstGeom prst="rect">
            <a:avLst/>
          </a:prstGeom>
        </p:spPr>
        <p:txBody>
          <a:bodyPr anchor="t">
            <a:normAutofit/>
          </a:bodyPr>
          <a:lstStyle>
            <a:lvl1pPr marL="164592" indent="-164592">
              <a:lnSpc>
                <a:spcPct val="90000"/>
              </a:lnSpc>
              <a:spcBef>
                <a:spcPts val="0"/>
              </a:spcBef>
              <a:buNone/>
              <a:defRPr sz="7200">
                <a:latin typeface="Arial" panose="020B0604020202020204" pitchFamily="34" charset="0"/>
                <a:cs typeface="Arial" panose="020B0604020202020204" pitchFamily="34" charset="0"/>
              </a:defRPr>
            </a:lvl1pPr>
          </a:lstStyle>
          <a:p>
            <a:pPr lvl="0"/>
            <a:r>
              <a:rPr lang="en-US" dirty="0"/>
              <a:t>Click to add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533399" y="6492241"/>
            <a:ext cx="8576637" cy="365760"/>
          </a:xfrm>
          <a:prstGeom prst="rect">
            <a:avLst/>
          </a:prstGeom>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9110036" y="6492240"/>
            <a:ext cx="1878961" cy="365760"/>
          </a:xfrm>
          <a:prstGeom prst="rect">
            <a:avLst/>
          </a:prstGeom>
        </p:spPr>
        <p:txBody>
          <a:bodyPr/>
          <a:lstStyle/>
          <a:p>
            <a:fld id="{821C7F0A-5051-48C2-8B3A-737429902C83}" type="datetimeFigureOut">
              <a:rPr lang="en-US" smtClean="0"/>
              <a:t>10/18/2026</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001368" y="6492241"/>
            <a:ext cx="657231" cy="365760"/>
          </a:xfrm>
          <a:prstGeom prst="rect">
            <a:avLst/>
          </a:prstGeom>
        </p:spPr>
        <p:txBody>
          <a:bodyPr/>
          <a:lstStyle/>
          <a:p>
            <a:fld id="{023DD542-A8C4-4ABA-B82C-71BE3E02AB07}" type="slidenum">
              <a:rPr lang="en-US" smtClean="0"/>
              <a:t>‹#›</a:t>
            </a:fld>
            <a:endParaRPr lang="en-US"/>
          </a:p>
        </p:txBody>
      </p:sp>
      <p:sp>
        <p:nvSpPr>
          <p:cNvPr id="34" name="Rectangle 33">
            <a:extLst>
              <a:ext uri="{FF2B5EF4-FFF2-40B4-BE49-F238E27FC236}">
                <a16:creationId xmlns:a16="http://schemas.microsoft.com/office/drawing/2014/main" id="{F22AFB11-60F0-1BFB-3EE2-25A317606ED4}"/>
              </a:ext>
            </a:extLst>
          </p:cNvPr>
          <p:cNvSpPr/>
          <p:nvPr/>
        </p:nvSpPr>
        <p:spPr>
          <a:xfrm>
            <a:off x="9110040" y="6155911"/>
            <a:ext cx="3081959" cy="6400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DB6C2DA-9756-1101-616C-92AE71300FD8}"/>
              </a:ext>
            </a:extLst>
          </p:cNvPr>
          <p:cNvSpPr/>
          <p:nvPr/>
        </p:nvSpPr>
        <p:spPr>
          <a:xfrm>
            <a:off x="3467745" y="6155911"/>
            <a:ext cx="5642289" cy="640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96699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3398" y="1016956"/>
            <a:ext cx="11125201" cy="731520"/>
          </a:xfrm>
          <a:prstGeom prst="rect">
            <a:avLst/>
          </a:prstGeom>
        </p:spPr>
        <p:txBody>
          <a:bodyPr anchor="t"/>
          <a:lstStyle>
            <a:lvl1pPr>
              <a:defRPr cap="all" baseline="0"/>
            </a:lvl1pPr>
          </a:lstStyle>
          <a:p>
            <a:r>
              <a:rPr lang="en-US"/>
              <a:t>Click to edit Master title style</a:t>
            </a:r>
            <a:endParaRPr lang="en-US" dirty="0"/>
          </a:p>
        </p:txBody>
      </p:sp>
      <p:sp>
        <p:nvSpPr>
          <p:cNvPr id="37" name="Content Placeholder 5">
            <a:extLst>
              <a:ext uri="{FF2B5EF4-FFF2-40B4-BE49-F238E27FC236}">
                <a16:creationId xmlns:a16="http://schemas.microsoft.com/office/drawing/2014/main" id="{2D30AC1E-99F3-1176-72D1-F6FF258E3075}"/>
              </a:ext>
            </a:extLst>
          </p:cNvPr>
          <p:cNvSpPr>
            <a:spLocks noGrp="1"/>
          </p:cNvSpPr>
          <p:nvPr>
            <p:ph sz="quarter" idx="15"/>
          </p:nvPr>
        </p:nvSpPr>
        <p:spPr>
          <a:xfrm>
            <a:off x="533399" y="1883248"/>
            <a:ext cx="5075238" cy="433975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11">
            <a:extLst>
              <a:ext uri="{FF2B5EF4-FFF2-40B4-BE49-F238E27FC236}">
                <a16:creationId xmlns:a16="http://schemas.microsoft.com/office/drawing/2014/main" id="{54CE6F64-34A4-5E4B-21B9-E65B60D60DF7}"/>
              </a:ext>
            </a:extLst>
          </p:cNvPr>
          <p:cNvSpPr>
            <a:spLocks noGrp="1"/>
          </p:cNvSpPr>
          <p:nvPr>
            <p:ph sz="quarter" idx="16"/>
          </p:nvPr>
        </p:nvSpPr>
        <p:spPr>
          <a:xfrm>
            <a:off x="6583043" y="1883248"/>
            <a:ext cx="5075556" cy="433975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533399" y="6492241"/>
            <a:ext cx="8576637" cy="365760"/>
          </a:xfrm>
          <a:prstGeom prst="rect">
            <a:avLst/>
          </a:prstGeo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110036" y="6492240"/>
            <a:ext cx="1891338" cy="365760"/>
          </a:xfrm>
          <a:prstGeom prst="rect">
            <a:avLst/>
          </a:prstGeom>
        </p:spPr>
        <p:txBody>
          <a:bodyPr/>
          <a:lstStyle/>
          <a:p>
            <a:fld id="{821C7F0A-5051-48C2-8B3A-737429902C83}" type="datetimeFigureOut">
              <a:rPr lang="en-US" smtClean="0"/>
              <a:t>10/18/2026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995976" y="6492239"/>
            <a:ext cx="662624" cy="365761"/>
          </a:xfrm>
          <a:prstGeom prst="rect">
            <a:avLst/>
          </a:prstGeom>
        </p:spPr>
        <p:txBody>
          <a:bodyPr/>
          <a:lstStyle/>
          <a:p>
            <a:fld id="{023DD542-A8C4-4ABA-B82C-71BE3E02AB07}" type="slidenum">
              <a:rPr lang="en-US" smtClean="0"/>
              <a:t>‹#›</a:t>
            </a:fld>
            <a:endParaRPr lang="en-US"/>
          </a:p>
        </p:txBody>
      </p:sp>
      <p:sp>
        <p:nvSpPr>
          <p:cNvPr id="8" name="Rectangle 7">
            <a:extLst>
              <a:ext uri="{FF2B5EF4-FFF2-40B4-BE49-F238E27FC236}">
                <a16:creationId xmlns:a16="http://schemas.microsoft.com/office/drawing/2014/main" id="{B0DF6D21-8591-4FB9-5FF0-44B10800DC79}"/>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A7345B5-8AF1-C46D-5FB8-FF298EC5943D}"/>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4784888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533398" y="1016955"/>
            <a:ext cx="11125201" cy="731520"/>
          </a:xfrm>
          <a:prstGeom prst="rect">
            <a:avLst/>
          </a:prstGeom>
        </p:spPr>
        <p:txBody>
          <a:bodyPr anchor="t"/>
          <a:lstStyle>
            <a:lvl1pPr>
              <a:defRPr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533399" y="1883248"/>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533399" y="2444434"/>
            <a:ext cx="5075238" cy="37785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83679" y="1883247"/>
            <a:ext cx="5074920" cy="375613"/>
          </a:xfrm>
          <a:prstGeom prst="rect">
            <a:avLst/>
          </a:prstGeo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83043" y="2444434"/>
            <a:ext cx="5075556" cy="377856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533399" y="6492241"/>
            <a:ext cx="8576637" cy="365760"/>
          </a:xfrm>
          <a:prstGeom prst="rect">
            <a:avLst/>
          </a:prstGeom>
        </p:spPr>
        <p:txBody>
          <a:bodyPr/>
          <a:lstStyle/>
          <a:p>
            <a:endParaRPr lang="en-US"/>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9110036" y="6492240"/>
            <a:ext cx="1891338" cy="365760"/>
          </a:xfrm>
          <a:prstGeom prst="rect">
            <a:avLst/>
          </a:prstGeom>
        </p:spPr>
        <p:txBody>
          <a:bodyPr/>
          <a:lstStyle/>
          <a:p>
            <a:fld id="{821C7F0A-5051-48C2-8B3A-737429902C83}" type="datetimeFigureOut">
              <a:rPr lang="en-US" smtClean="0"/>
              <a:t>10/18/2026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001374" y="6492241"/>
            <a:ext cx="657226" cy="365760"/>
          </a:xfrm>
          <a:prstGeom prst="rect">
            <a:avLst/>
          </a:prstGeom>
        </p:spPr>
        <p:txBody>
          <a:bodyPr/>
          <a:lstStyle/>
          <a:p>
            <a:fld id="{023DD542-A8C4-4ABA-B82C-71BE3E02AB07}" type="slidenum">
              <a:rPr lang="en-US" smtClean="0"/>
              <a:t>‹#›</a:t>
            </a:fld>
            <a:endParaRPr lang="en-US"/>
          </a:p>
        </p:txBody>
      </p:sp>
      <p:sp>
        <p:nvSpPr>
          <p:cNvPr id="37" name="Rectangle 36">
            <a:extLst>
              <a:ext uri="{FF2B5EF4-FFF2-40B4-BE49-F238E27FC236}">
                <a16:creationId xmlns:a16="http://schemas.microsoft.com/office/drawing/2014/main" id="{AB0A7ECD-2835-13DC-1392-DC6E9D6B14EE}"/>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3FF6D6A-BF5E-8499-2E05-993B26BA4977}"/>
              </a:ext>
            </a:extLst>
          </p:cNvPr>
          <p:cNvSpPr/>
          <p:nvPr/>
        </p:nvSpPr>
        <p:spPr>
          <a:xfrm>
            <a:off x="9110036" y="570037"/>
            <a:ext cx="3081964" cy="61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787233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533398" y="1016955"/>
            <a:ext cx="11125201" cy="1112519"/>
          </a:xfrm>
          <a:prstGeom prst="rect">
            <a:avLst/>
          </a:prstGeom>
        </p:spPr>
        <p:txBody>
          <a:bodyPr anchor="t"/>
          <a:lstStyle>
            <a:lvl1pPr>
              <a:defRPr cap="all" baseline="0">
                <a:solidFill>
                  <a:schemeClr val="tx2"/>
                </a:solidFill>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821C7F0A-5051-48C2-8B3A-737429902C83}" type="datetimeFigureOut">
              <a:rPr lang="en-US" smtClean="0"/>
              <a:t>10/18/2026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0995976" y="6492241"/>
            <a:ext cx="662624" cy="365760"/>
          </a:xfrm>
          <a:prstGeom prst="rect">
            <a:avLst/>
          </a:prstGeom>
        </p:spPr>
        <p:txBody>
          <a:bodyPr/>
          <a:lstStyle>
            <a:lvl1pPr>
              <a:defRPr>
                <a:solidFill>
                  <a:schemeClr val="tx2"/>
                </a:solidFill>
              </a:defRPr>
            </a:lvl1pPr>
          </a:lstStyle>
          <a:p>
            <a:fld id="{023DD542-A8C4-4ABA-B82C-71BE3E02AB07}" type="slidenum">
              <a:rPr lang="en-US" smtClean="0"/>
              <a:t>‹#›</a:t>
            </a:fld>
            <a:endParaRPr lang="en-US"/>
          </a:p>
        </p:txBody>
      </p:sp>
      <p:sp>
        <p:nvSpPr>
          <p:cNvPr id="6" name="Rectangle 5">
            <a:extLst>
              <a:ext uri="{FF2B5EF4-FFF2-40B4-BE49-F238E27FC236}">
                <a16:creationId xmlns:a16="http://schemas.microsoft.com/office/drawing/2014/main" id="{D0F7BCB4-DC28-7382-4A0F-0498411C4247}"/>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B5560D8-36FC-D0D1-04BB-54F2CCBC8B5E}"/>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64955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533399" y="6492241"/>
            <a:ext cx="8576637" cy="365760"/>
          </a:xfrm>
          <a:prstGeom prst="rect">
            <a:avLst/>
          </a:prstGeom>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9110036" y="6492240"/>
            <a:ext cx="1891338" cy="365760"/>
          </a:xfrm>
          <a:prstGeom prst="rect">
            <a:avLst/>
          </a:prstGeom>
        </p:spPr>
        <p:txBody>
          <a:bodyPr/>
          <a:lstStyle/>
          <a:p>
            <a:fld id="{821C7F0A-5051-48C2-8B3A-737429902C83}" type="datetimeFigureOut">
              <a:rPr lang="en-US" smtClean="0"/>
              <a:t>10/18/2026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001374" y="6492241"/>
            <a:ext cx="657226" cy="365760"/>
          </a:xfrm>
          <a:prstGeom prst="rect">
            <a:avLst/>
          </a:prstGeom>
        </p:spPr>
        <p:txBody>
          <a:bodyPr/>
          <a:lstStyle/>
          <a:p>
            <a:fld id="{023DD542-A8C4-4ABA-B82C-71BE3E02AB07}" type="slidenum">
              <a:rPr lang="en-US" smtClean="0"/>
              <a:t>‹#›</a:t>
            </a:fld>
            <a:endParaRPr lang="en-US"/>
          </a:p>
        </p:txBody>
      </p:sp>
    </p:spTree>
    <p:extLst>
      <p:ext uri="{BB962C8B-B14F-4D97-AF65-F5344CB8AC3E}">
        <p14:creationId xmlns:p14="http://schemas.microsoft.com/office/powerpoint/2010/main" val="27007575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398" y="1016955"/>
            <a:ext cx="11125201" cy="1860235"/>
          </a:xfrm>
          <a:prstGeom prst="rect">
            <a:avLst/>
          </a:prstGeom>
        </p:spPr>
        <p:txBody>
          <a:bodyPr anchor="t">
            <a:noAutofit/>
          </a:bodyPr>
          <a:lstStyle>
            <a:lvl1pPr>
              <a:defRPr sz="7200" cap="all" baseline="0">
                <a:solidFill>
                  <a:schemeClr val="tx2"/>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33398" y="3258190"/>
            <a:ext cx="11125201" cy="2964810"/>
          </a:xfrm>
          <a:prstGeom prst="rect">
            <a:avLst/>
          </a:prstGeom>
        </p:spPr>
        <p:txBody>
          <a:bodyPr/>
          <a:lstStyle>
            <a:lvl1pPr marL="0" indent="0">
              <a:buNone/>
              <a:defRPr>
                <a:solidFill>
                  <a:schemeClr val="tx2"/>
                </a:solidFill>
              </a:defRPr>
            </a:lvl1pPr>
            <a:lvl2pPr marL="228600" indent="0">
              <a:buNone/>
              <a:defRPr>
                <a:solidFill>
                  <a:schemeClr val="tx2"/>
                </a:solidFill>
              </a:defRPr>
            </a:lvl2pPr>
            <a:lvl3pPr marL="457200" indent="0">
              <a:buNone/>
              <a:defRPr>
                <a:solidFill>
                  <a:schemeClr val="tx2"/>
                </a:solidFill>
              </a:defRPr>
            </a:lvl3pPr>
            <a:lvl4pPr marL="685800" indent="0">
              <a:buNone/>
              <a:defRPr>
                <a:solidFill>
                  <a:schemeClr val="tx2"/>
                </a:solidFill>
              </a:defRPr>
            </a:lvl4pPr>
            <a:lvl5pPr marL="914400" indent="0">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399" y="6492241"/>
            <a:ext cx="8576637" cy="36576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504949" cy="365760"/>
          </a:xfrm>
          <a:prstGeom prst="rect">
            <a:avLst/>
          </a:prstGeom>
        </p:spPr>
        <p:txBody>
          <a:bodyPr/>
          <a:lstStyle>
            <a:lvl1pPr>
              <a:defRPr>
                <a:solidFill>
                  <a:schemeClr val="tx2"/>
                </a:solidFill>
              </a:defRPr>
            </a:lvl1pPr>
          </a:lstStyle>
          <a:p>
            <a:fld id="{821C7F0A-5051-48C2-8B3A-737429902C83}" type="datetimeFigureOut">
              <a:rPr lang="en-US" smtClean="0"/>
              <a:t>10/18/2026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0614990" y="6492241"/>
            <a:ext cx="1043610" cy="365760"/>
          </a:xfrm>
          <a:prstGeom prst="rect">
            <a:avLst/>
          </a:prstGeom>
        </p:spPr>
        <p:txBody>
          <a:bodyPr/>
          <a:lstStyle>
            <a:lvl1pPr>
              <a:defRPr>
                <a:solidFill>
                  <a:schemeClr val="tx2"/>
                </a:solidFill>
              </a:defRPr>
            </a:lvl1pPr>
          </a:lstStyle>
          <a:p>
            <a:fld id="{023DD542-A8C4-4ABA-B82C-71BE3E02AB07}" type="slidenum">
              <a:rPr lang="en-US" smtClean="0"/>
              <a:t>‹#›</a:t>
            </a:fld>
            <a:endParaRPr lang="en-US"/>
          </a:p>
        </p:txBody>
      </p:sp>
      <p:sp>
        <p:nvSpPr>
          <p:cNvPr id="34" name="Rectangle 33">
            <a:extLst>
              <a:ext uri="{FF2B5EF4-FFF2-40B4-BE49-F238E27FC236}">
                <a16:creationId xmlns:a16="http://schemas.microsoft.com/office/drawing/2014/main" id="{C0612DD4-C154-5A34-CBE2-09022345DFF5}"/>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5" name="Rectangle 34">
            <a:extLst>
              <a:ext uri="{FF2B5EF4-FFF2-40B4-BE49-F238E27FC236}">
                <a16:creationId xmlns:a16="http://schemas.microsoft.com/office/drawing/2014/main" id="{A245B82D-4F13-20D2-DD25-C26E60C48A92}"/>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0614031"/>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33400" y="1016955"/>
            <a:ext cx="8576636" cy="1842020"/>
          </a:xfrm>
          <a:prstGeom prst="rect">
            <a:avLst/>
          </a:prstGeom>
        </p:spPr>
        <p:txBody>
          <a:bodyPr anchor="t">
            <a:noAutofit/>
          </a:bodyPr>
          <a:lstStyle>
            <a:lvl1pPr>
              <a:defRPr sz="7200" cap="all" baseline="0">
                <a:solidFill>
                  <a:schemeClr val="tx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533400" y="4614992"/>
            <a:ext cx="8576506" cy="1608008"/>
          </a:xfrm>
          <a:prstGeom prst="rect">
            <a:avLst/>
          </a:prstGeom>
        </p:spPr>
        <p:txBody>
          <a:bodyPr>
            <a:noAutofit/>
          </a:bodyPr>
          <a:lstStyle>
            <a:lvl1pPr marL="0" indent="0">
              <a:buNone/>
              <a:defRPr sz="2000" b="1" i="0">
                <a:solidFill>
                  <a:schemeClr val="tx2"/>
                </a:solidFill>
                <a:latin typeface="Arial" panose="020B0604020202020204" pitchFamily="34" charset="0"/>
                <a:cs typeface="Arial" panose="020B0604020202020204" pitchFamily="34" charset="0"/>
              </a:defRPr>
            </a:lvl1pPr>
            <a:lvl2pPr marL="228600" indent="0">
              <a:buNone/>
              <a:defRPr sz="2000" b="1" i="0">
                <a:solidFill>
                  <a:schemeClr val="tx2"/>
                </a:solidFill>
                <a:latin typeface="Arial" panose="020B0604020202020204" pitchFamily="34" charset="0"/>
                <a:cs typeface="Arial" panose="020B0604020202020204" pitchFamily="34" charset="0"/>
              </a:defRPr>
            </a:lvl2pPr>
            <a:lvl3pPr marL="457200" indent="0">
              <a:buNone/>
              <a:defRPr sz="2000" b="1" i="0">
                <a:solidFill>
                  <a:schemeClr val="tx2"/>
                </a:solidFill>
                <a:latin typeface="Arial" panose="020B0604020202020204" pitchFamily="34" charset="0"/>
                <a:cs typeface="Arial" panose="020B0604020202020204" pitchFamily="34" charset="0"/>
              </a:defRPr>
            </a:lvl3pPr>
            <a:lvl4pPr marL="685800" indent="0">
              <a:buNone/>
              <a:defRPr sz="2000" b="1" i="0">
                <a:solidFill>
                  <a:schemeClr val="tx2"/>
                </a:solidFill>
                <a:latin typeface="Arial" panose="020B0604020202020204" pitchFamily="34" charset="0"/>
                <a:cs typeface="Arial" panose="020B0604020202020204" pitchFamily="34" charset="0"/>
              </a:defRPr>
            </a:lvl4pPr>
            <a:lvl5pPr marL="914400" indent="0">
              <a:buNone/>
              <a:defRPr sz="2000" b="1" i="0">
                <a:solidFill>
                  <a:schemeClr val="tx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533400" y="6492241"/>
            <a:ext cx="8576636" cy="365760"/>
          </a:xfrm>
          <a:prstGeom prst="rect">
            <a:avLst/>
          </a:prstGeo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9110036" y="6492240"/>
            <a:ext cx="1891338" cy="365760"/>
          </a:xfrm>
          <a:prstGeom prst="rect">
            <a:avLst/>
          </a:prstGeom>
        </p:spPr>
        <p:txBody>
          <a:bodyPr/>
          <a:lstStyle>
            <a:lvl1pPr>
              <a:defRPr>
                <a:solidFill>
                  <a:schemeClr val="tx2"/>
                </a:solidFill>
              </a:defRPr>
            </a:lvl1pPr>
          </a:lstStyle>
          <a:p>
            <a:fld id="{821C7F0A-5051-48C2-8B3A-737429902C83}" type="datetimeFigureOut">
              <a:rPr lang="en-US" smtClean="0"/>
              <a:t>10/18/2026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001374" y="6492241"/>
            <a:ext cx="657226" cy="365760"/>
          </a:xfrm>
          <a:prstGeom prst="rect">
            <a:avLst/>
          </a:prstGeom>
        </p:spPr>
        <p:txBody>
          <a:bodyPr/>
          <a:lstStyle>
            <a:lvl1pPr>
              <a:defRPr>
                <a:solidFill>
                  <a:schemeClr val="tx2"/>
                </a:solidFill>
              </a:defRPr>
            </a:lvl1pPr>
          </a:lstStyle>
          <a:p>
            <a:fld id="{023DD542-A8C4-4ABA-B82C-71BE3E02AB07}" type="slidenum">
              <a:rPr lang="en-US" smtClean="0"/>
              <a:t>‹#›</a:t>
            </a:fld>
            <a:endParaRPr lang="en-US"/>
          </a:p>
        </p:txBody>
      </p:sp>
      <p:sp>
        <p:nvSpPr>
          <p:cNvPr id="58" name="Rectangle 57">
            <a:extLst>
              <a:ext uri="{FF2B5EF4-FFF2-40B4-BE49-F238E27FC236}">
                <a16:creationId xmlns:a16="http://schemas.microsoft.com/office/drawing/2014/main" id="{C0E45243-34A7-09D9-589C-A28D8FB592BD}"/>
              </a:ext>
            </a:extLst>
          </p:cNvPr>
          <p:cNvSpPr/>
          <p:nvPr/>
        </p:nvSpPr>
        <p:spPr>
          <a:xfrm>
            <a:off x="634029" y="570037"/>
            <a:ext cx="8476007" cy="6154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377B2CF5-DB49-E6FB-F72A-24AA38988AEC}"/>
              </a:ext>
            </a:extLst>
          </p:cNvPr>
          <p:cNvSpPr/>
          <p:nvPr/>
        </p:nvSpPr>
        <p:spPr>
          <a:xfrm>
            <a:off x="9110036" y="570037"/>
            <a:ext cx="3081964" cy="6154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3550123"/>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533398" y="1016955"/>
            <a:ext cx="11125201" cy="74675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533398" y="1748474"/>
            <a:ext cx="11125202" cy="47285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533399" y="6476998"/>
            <a:ext cx="8576637" cy="381003"/>
          </a:xfrm>
          <a:prstGeom prst="rect">
            <a:avLst/>
          </a:prstGeom>
        </p:spPr>
        <p:txBody>
          <a:bodyPr vert="horz" lIns="91440" tIns="45720" rIns="91440" bIns="45720" rtlCol="0" anchor="ctr"/>
          <a:lstStyle>
            <a:lvl1pPr algn="l" rtl="0">
              <a:defRPr sz="800">
                <a:solidFill>
                  <a:schemeClr val="tx2"/>
                </a:solidFill>
                <a:latin typeface="+mn-lt"/>
                <a:cs typeface="Arial" panose="020B0604020202020204" pitchFamily="34" charset="0"/>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110036" y="6476998"/>
            <a:ext cx="188595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821C7F0A-5051-48C2-8B3A-737429902C83}" type="datetimeFigureOut">
              <a:rPr lang="en-US" smtClean="0"/>
              <a:t>10/18/2026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1379" y="6476998"/>
            <a:ext cx="657221" cy="381003"/>
          </a:xfrm>
          <a:prstGeom prst="rect">
            <a:avLst/>
          </a:prstGeom>
        </p:spPr>
        <p:txBody>
          <a:bodyPr vert="horz" lIns="91440" tIns="45720" rIns="91440" bIns="45720" rtlCol="0" anchor="ctr"/>
          <a:lstStyle>
            <a:lvl1pPr algn="r" rtl="0">
              <a:defRPr sz="800">
                <a:solidFill>
                  <a:schemeClr val="tx2"/>
                </a:solidFill>
                <a:latin typeface="+mn-lt"/>
                <a:cs typeface="Arial" panose="020B0604020202020204" pitchFamily="34" charset="0"/>
              </a:defRPr>
            </a:lvl1pPr>
          </a:lstStyle>
          <a:p>
            <a:fld id="{023DD542-A8C4-4ABA-B82C-71BE3E02AB07}" type="slidenum">
              <a:rPr lang="en-US" smtClean="0"/>
              <a:t>‹#›</a:t>
            </a:fld>
            <a:endParaRPr lang="en-US"/>
          </a:p>
        </p:txBody>
      </p:sp>
    </p:spTree>
    <p:extLst>
      <p:ext uri="{BB962C8B-B14F-4D97-AF65-F5344CB8AC3E}">
        <p14:creationId xmlns:p14="http://schemas.microsoft.com/office/powerpoint/2010/main" val="423369302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Lst>
  <p:txStyles>
    <p:titleStyle>
      <a:lvl1pPr algn="l" defTabSz="914400" rtl="0" eaLnBrk="1" latinLnBrk="0" hangingPunct="1">
        <a:lnSpc>
          <a:spcPct val="80000"/>
        </a:lnSpc>
        <a:spcBef>
          <a:spcPct val="0"/>
        </a:spcBef>
        <a:buNone/>
        <a:defRPr sz="3600" b="0" kern="1200" spc="0" baseline="0">
          <a:solidFill>
            <a:schemeClr val="tx2"/>
          </a:solidFill>
          <a:latin typeface="+mj-lt"/>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2"/>
          </a:solidFill>
          <a:latin typeface="+mn-lt"/>
          <a:ea typeface="+mn-ea"/>
          <a:cs typeface="Arial" panose="020B0604020202020204" pitchFamily="34" charset="0"/>
        </a:defRPr>
      </a:lvl1pPr>
      <a:lvl2pPr marL="4572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2pPr>
      <a:lvl3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3pPr>
      <a:lvl4pPr marL="9144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4pPr>
      <a:lvl5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0" orient="horz" pos="2160">
          <p15:clr>
            <a:srgbClr val="F26B43"/>
          </p15:clr>
        </p15:guide>
        <p15:guide id="31" pos="3840">
          <p15:clr>
            <a:srgbClr val="F26B43"/>
          </p15:clr>
        </p15:guide>
        <p15:guide id="32" pos="336">
          <p15:clr>
            <a:srgbClr val="F26B43"/>
          </p15:clr>
        </p15:guide>
        <p15:guide id="33" pos="7344">
          <p15:clr>
            <a:srgbClr val="F26B43"/>
          </p15:clr>
        </p15:guide>
        <p15:guide id="34" orient="horz" pos="4080">
          <p15:clr>
            <a:srgbClr val="F26B43"/>
          </p15:clr>
        </p15:guide>
        <p15:guide id="35" orient="horz" pos="1344">
          <p15:clr>
            <a:srgbClr val="F26B43"/>
          </p15:clr>
        </p15:guide>
        <p15:guide id="36" orient="horz" pos="38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9DF0AE3-984E-040D-D619-B7FEA0E55C1A}"/>
              </a:ext>
            </a:extLst>
          </p:cNvPr>
          <p:cNvSpPr>
            <a:spLocks noGrp="1"/>
          </p:cNvSpPr>
          <p:nvPr>
            <p:ph type="subTitle" idx="1"/>
          </p:nvPr>
        </p:nvSpPr>
        <p:spPr>
          <a:xfrm>
            <a:off x="848139" y="516835"/>
            <a:ext cx="10005391" cy="821635"/>
          </a:xfrm>
        </p:spPr>
        <p:txBody>
          <a:bodyPr>
            <a:noAutofit/>
          </a:bodyPr>
          <a:lstStyle/>
          <a:p>
            <a:r>
              <a:rPr lang="en-US" sz="5400" dirty="0">
                <a:latin typeface="Times New Roman" panose="02020603050405020304" pitchFamily="18" charset="0"/>
                <a:cs typeface="Times New Roman" panose="02020603050405020304" pitchFamily="18" charset="0"/>
              </a:rPr>
              <a:t>Scrum-Agile at ChadaTech</a:t>
            </a:r>
          </a:p>
        </p:txBody>
      </p:sp>
      <p:sp>
        <p:nvSpPr>
          <p:cNvPr id="4" name="TextBox 3">
            <a:extLst>
              <a:ext uri="{FF2B5EF4-FFF2-40B4-BE49-F238E27FC236}">
                <a16:creationId xmlns:a16="http://schemas.microsoft.com/office/drawing/2014/main" id="{04595C3D-8C58-7FFD-8045-17D48C4B1F50}"/>
              </a:ext>
            </a:extLst>
          </p:cNvPr>
          <p:cNvSpPr txBox="1"/>
          <p:nvPr/>
        </p:nvSpPr>
        <p:spPr>
          <a:xfrm>
            <a:off x="848139" y="2461592"/>
            <a:ext cx="5671931" cy="523220"/>
          </a:xfrm>
          <a:prstGeom prst="rect">
            <a:avLst/>
          </a:prstGeom>
          <a:noFill/>
        </p:spPr>
        <p:txBody>
          <a:bodyPr wrap="square" rtlCol="0">
            <a:spAutoFit/>
          </a:bodyPr>
          <a:lstStyle/>
          <a:p>
            <a:r>
              <a:rPr lang="en-US" sz="2800" dirty="0">
                <a:solidFill>
                  <a:schemeClr val="accent6">
                    <a:lumMod val="20000"/>
                    <a:lumOff val="80000"/>
                  </a:schemeClr>
                </a:solidFill>
                <a:latin typeface="Times New Roman" panose="02020603050405020304" pitchFamily="18" charset="0"/>
                <a:cs typeface="Times New Roman" panose="02020603050405020304" pitchFamily="18" charset="0"/>
              </a:rPr>
              <a:t>Lessons from the SNHU Travel Pilot</a:t>
            </a:r>
          </a:p>
        </p:txBody>
      </p:sp>
      <p:sp>
        <p:nvSpPr>
          <p:cNvPr id="5" name="TextBox 4">
            <a:extLst>
              <a:ext uri="{FF2B5EF4-FFF2-40B4-BE49-F238E27FC236}">
                <a16:creationId xmlns:a16="http://schemas.microsoft.com/office/drawing/2014/main" id="{24549CDB-6CEE-79A3-B08B-B56D18BD55A6}"/>
              </a:ext>
            </a:extLst>
          </p:cNvPr>
          <p:cNvSpPr txBox="1"/>
          <p:nvPr/>
        </p:nvSpPr>
        <p:spPr>
          <a:xfrm>
            <a:off x="3498574" y="5526157"/>
            <a:ext cx="5976730" cy="646331"/>
          </a:xfrm>
          <a:prstGeom prst="rect">
            <a:avLst/>
          </a:prstGeom>
          <a:noFill/>
        </p:spPr>
        <p:txBody>
          <a:bodyPr wrap="square" rtlCol="0">
            <a:spAutoFit/>
          </a:bodyPr>
          <a:lstStyle/>
          <a:p>
            <a:r>
              <a:rPr lang="en-US" dirty="0">
                <a:solidFill>
                  <a:schemeClr val="accent6">
                    <a:lumMod val="40000"/>
                    <a:lumOff val="60000"/>
                  </a:schemeClr>
                </a:solidFill>
                <a:latin typeface="Times New Roman" panose="02020603050405020304" pitchFamily="18" charset="0"/>
                <a:cs typeface="Times New Roman" panose="02020603050405020304" pitchFamily="18" charset="0"/>
              </a:rPr>
              <a:t>Marjorie Ann Temple</a:t>
            </a:r>
          </a:p>
          <a:p>
            <a:r>
              <a:rPr lang="en-US" dirty="0">
                <a:solidFill>
                  <a:schemeClr val="accent6">
                    <a:lumMod val="40000"/>
                    <a:lumOff val="60000"/>
                  </a:schemeClr>
                </a:solidFill>
                <a:latin typeface="Times New Roman" panose="02020603050405020304" pitchFamily="18" charset="0"/>
                <a:cs typeface="Times New Roman" panose="02020603050405020304" pitchFamily="18" charset="0"/>
              </a:rPr>
              <a:t>CS 250 Software Development Lifecycle</a:t>
            </a:r>
          </a:p>
        </p:txBody>
      </p:sp>
      <p:pic>
        <p:nvPicPr>
          <p:cNvPr id="7" name="Picture 6">
            <a:extLst>
              <a:ext uri="{FF2B5EF4-FFF2-40B4-BE49-F238E27FC236}">
                <a16:creationId xmlns:a16="http://schemas.microsoft.com/office/drawing/2014/main" id="{E445F74E-2B06-9D6F-D2D4-77C09B7A96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7291" y="1606827"/>
            <a:ext cx="5120640" cy="3657600"/>
          </a:xfrm>
          <a:prstGeom prst="rect">
            <a:avLst/>
          </a:prstGeom>
        </p:spPr>
      </p:pic>
      <p:sp>
        <p:nvSpPr>
          <p:cNvPr id="9" name="TextBox 8">
            <a:extLst>
              <a:ext uri="{FF2B5EF4-FFF2-40B4-BE49-F238E27FC236}">
                <a16:creationId xmlns:a16="http://schemas.microsoft.com/office/drawing/2014/main" id="{B8D7C6A9-88E7-9FDF-C2ED-1D0DA3AF9DFE}"/>
              </a:ext>
            </a:extLst>
          </p:cNvPr>
          <p:cNvSpPr txBox="1"/>
          <p:nvPr/>
        </p:nvSpPr>
        <p:spPr>
          <a:xfrm>
            <a:off x="7866822" y="4872072"/>
            <a:ext cx="3710608" cy="523220"/>
          </a:xfrm>
          <a:prstGeom prst="rect">
            <a:avLst/>
          </a:prstGeom>
          <a:noFill/>
        </p:spPr>
        <p:txBody>
          <a:bodyPr wrap="square" rtlCol="0">
            <a:spAutoFit/>
          </a:bodyPr>
          <a:lstStyle/>
          <a:p>
            <a:r>
              <a:rPr lang="en-US" sz="1000" dirty="0">
                <a:solidFill>
                  <a:schemeClr val="bg1"/>
                </a:solidFill>
                <a:latin typeface="DejaVu Sans"/>
                <a:ea typeface="DejaVu Sans"/>
                <a:cs typeface="DejaVu Sans"/>
              </a:rPr>
              <a:t>Destination image from the Wellness Project</a:t>
            </a:r>
          </a:p>
          <a:p>
            <a:endParaRPr lang="en-US" dirty="0"/>
          </a:p>
        </p:txBody>
      </p:sp>
    </p:spTree>
    <p:extLst>
      <p:ext uri="{BB962C8B-B14F-4D97-AF65-F5344CB8AC3E}">
        <p14:creationId xmlns:p14="http://schemas.microsoft.com/office/powerpoint/2010/main" val="14485712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70C98-601B-A4AF-A4EF-3386B6FAA8AB}"/>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Roles on a scrum team</a:t>
            </a:r>
          </a:p>
        </p:txBody>
      </p:sp>
      <p:sp>
        <p:nvSpPr>
          <p:cNvPr id="3" name="Content Placeholder 2">
            <a:extLst>
              <a:ext uri="{FF2B5EF4-FFF2-40B4-BE49-F238E27FC236}">
                <a16:creationId xmlns:a16="http://schemas.microsoft.com/office/drawing/2014/main" id="{B5224DD7-B663-78AE-BA40-E4EC6ECBAF69}"/>
              </a:ext>
            </a:extLst>
          </p:cNvPr>
          <p:cNvSpPr>
            <a:spLocks noGrp="1"/>
          </p:cNvSpPr>
          <p:nvPr>
            <p:ph idx="1"/>
          </p:nvPr>
        </p:nvSpPr>
        <p:spPr>
          <a:xfrm>
            <a:off x="533398" y="1748474"/>
            <a:ext cx="11367054" cy="2730761"/>
          </a:xfrm>
        </p:spPr>
        <p:txBody>
          <a:bodyPr>
            <a:normAutofit/>
          </a:bodyPr>
          <a:lstStyle/>
          <a:p>
            <a:pPr>
              <a:lnSpc>
                <a:spcPct val="150000"/>
              </a:lnSpc>
            </a:pPr>
            <a:r>
              <a:rPr lang="en-US" sz="2400" dirty="0"/>
              <a:t>Product Owner – Orders the backlog and focuses work on customer value</a:t>
            </a:r>
          </a:p>
          <a:p>
            <a:pPr>
              <a:lnSpc>
                <a:spcPct val="150000"/>
              </a:lnSpc>
            </a:pPr>
            <a:r>
              <a:rPr lang="en-US" sz="2400" dirty="0"/>
              <a:t>Scrum Master – Coaches Scrum, supports collaboration, and helps resolve obstacles</a:t>
            </a:r>
          </a:p>
          <a:p>
            <a:pPr>
              <a:lnSpc>
                <a:spcPct val="150000"/>
              </a:lnSpc>
            </a:pPr>
            <a:r>
              <a:rPr lang="en-US" sz="2400" dirty="0"/>
              <a:t>Developers – Design, build, and test a useful increment together</a:t>
            </a:r>
          </a:p>
        </p:txBody>
      </p:sp>
      <p:sp>
        <p:nvSpPr>
          <p:cNvPr id="4" name="TextBox 3">
            <a:extLst>
              <a:ext uri="{FF2B5EF4-FFF2-40B4-BE49-F238E27FC236}">
                <a16:creationId xmlns:a16="http://schemas.microsoft.com/office/drawing/2014/main" id="{47CF7955-1937-12EB-7F3B-BE1891CC8416}"/>
              </a:ext>
            </a:extLst>
          </p:cNvPr>
          <p:cNvSpPr txBox="1"/>
          <p:nvPr/>
        </p:nvSpPr>
        <p:spPr>
          <a:xfrm>
            <a:off x="1497496" y="4969565"/>
            <a:ext cx="789829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SNHU Travel: Customer requests informed stories, code, and tests</a:t>
            </a:r>
          </a:p>
        </p:txBody>
      </p:sp>
      <p:sp>
        <p:nvSpPr>
          <p:cNvPr id="5" name="TextBox 4">
            <a:extLst>
              <a:ext uri="{FF2B5EF4-FFF2-40B4-BE49-F238E27FC236}">
                <a16:creationId xmlns:a16="http://schemas.microsoft.com/office/drawing/2014/main" id="{F8C42708-33A0-0E1B-1451-03B186FF737D}"/>
              </a:ext>
            </a:extLst>
          </p:cNvPr>
          <p:cNvSpPr txBox="1"/>
          <p:nvPr/>
        </p:nvSpPr>
        <p:spPr>
          <a:xfrm>
            <a:off x="225287" y="6433713"/>
            <a:ext cx="6453809" cy="553998"/>
          </a:xfrm>
          <a:prstGeom prst="rect">
            <a:avLst/>
          </a:prstGeom>
          <a:noFill/>
        </p:spPr>
        <p:txBody>
          <a:bodyPr wrap="square" rtlCol="0">
            <a:spAutoFit/>
          </a:bodyPr>
          <a:lstStyle/>
          <a:p>
            <a:r>
              <a:rPr lang="en-US" sz="1200" dirty="0">
                <a:solidFill>
                  <a:srgbClr val="53656A"/>
                </a:solidFill>
                <a:latin typeface="DejaVu Sans"/>
                <a:ea typeface="DejaVu Sans"/>
                <a:cs typeface="DejaVu Sans"/>
              </a:rPr>
              <a:t>(Scrum.org, n.d.; Mountain Goat Software, 2024)</a:t>
            </a:r>
          </a:p>
          <a:p>
            <a:endParaRPr lang="en-US" dirty="0"/>
          </a:p>
        </p:txBody>
      </p:sp>
    </p:spTree>
    <p:extLst>
      <p:ext uri="{BB962C8B-B14F-4D97-AF65-F5344CB8AC3E}">
        <p14:creationId xmlns:p14="http://schemas.microsoft.com/office/powerpoint/2010/main" val="10783185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569B4761-82DE-A392-9676-826F00AFD897}"/>
              </a:ext>
            </a:extLst>
          </p:cNvPr>
          <p:cNvGraphicFramePr>
            <a:graphicFrameLocks noGrp="1"/>
          </p:cNvGraphicFramePr>
          <p:nvPr>
            <p:ph sz="quarter" idx="13"/>
            <p:extLst>
              <p:ext uri="{D42A27DB-BD31-4B8C-83A1-F6EECF244321}">
                <p14:modId xmlns:p14="http://schemas.microsoft.com/office/powerpoint/2010/main" val="3092308274"/>
              </p:ext>
            </p:extLst>
          </p:nvPr>
        </p:nvGraphicFramePr>
        <p:xfrm>
          <a:off x="533399" y="2239617"/>
          <a:ext cx="8517836" cy="4412976"/>
        </p:xfrm>
        <a:graphic>
          <a:graphicData uri="http://schemas.openxmlformats.org/drawingml/2006/table">
            <a:tbl>
              <a:tblPr firstRow="1" bandRow="1">
                <a:tableStyleId>{5C22544A-7EE6-4342-B048-85BDC9FD1C3A}</a:tableStyleId>
              </a:tblPr>
              <a:tblGrid>
                <a:gridCol w="4258918">
                  <a:extLst>
                    <a:ext uri="{9D8B030D-6E8A-4147-A177-3AD203B41FA5}">
                      <a16:colId xmlns:a16="http://schemas.microsoft.com/office/drawing/2014/main" val="3523241799"/>
                    </a:ext>
                  </a:extLst>
                </a:gridCol>
                <a:gridCol w="4258918">
                  <a:extLst>
                    <a:ext uri="{9D8B030D-6E8A-4147-A177-3AD203B41FA5}">
                      <a16:colId xmlns:a16="http://schemas.microsoft.com/office/drawing/2014/main" val="507774196"/>
                    </a:ext>
                  </a:extLst>
                </a:gridCol>
              </a:tblGrid>
              <a:tr h="1103244">
                <a:tc>
                  <a:txBody>
                    <a:bodyPr/>
                    <a:lstStyle/>
                    <a:p>
                      <a:r>
                        <a:rPr lang="en-US" dirty="0"/>
                        <a:t>Planning</a:t>
                      </a:r>
                    </a:p>
                  </a:txBody>
                  <a:tcPr/>
                </a:tc>
                <a:tc>
                  <a:txBody>
                    <a:bodyPr/>
                    <a:lstStyle/>
                    <a:p>
                      <a:r>
                        <a:rPr lang="en-US" dirty="0"/>
                        <a:t>Sets goals and selects realistic work for the sprint</a:t>
                      </a:r>
                    </a:p>
                  </a:txBody>
                  <a:tcPr/>
                </a:tc>
                <a:extLst>
                  <a:ext uri="{0D108BD9-81ED-4DB2-BD59-A6C34878D82A}">
                    <a16:rowId xmlns:a16="http://schemas.microsoft.com/office/drawing/2014/main" val="3473632546"/>
                  </a:ext>
                </a:extLst>
              </a:tr>
              <a:tr h="1103244">
                <a:tc>
                  <a:txBody>
                    <a:bodyPr/>
                    <a:lstStyle/>
                    <a:p>
                      <a:r>
                        <a:rPr lang="en-US" dirty="0"/>
                        <a:t>Requirements</a:t>
                      </a:r>
                    </a:p>
                    <a:p>
                      <a:r>
                        <a:rPr lang="en-US" dirty="0"/>
                        <a:t>Analysis</a:t>
                      </a:r>
                    </a:p>
                  </a:txBody>
                  <a:tcPr/>
                </a:tc>
                <a:tc>
                  <a:txBody>
                    <a:bodyPr/>
                    <a:lstStyle/>
                    <a:p>
                      <a:r>
                        <a:rPr lang="en-US" dirty="0"/>
                        <a:t>Clarifies user needs and acceptance criteria</a:t>
                      </a:r>
                    </a:p>
                  </a:txBody>
                  <a:tcPr/>
                </a:tc>
                <a:extLst>
                  <a:ext uri="{0D108BD9-81ED-4DB2-BD59-A6C34878D82A}">
                    <a16:rowId xmlns:a16="http://schemas.microsoft.com/office/drawing/2014/main" val="327021599"/>
                  </a:ext>
                </a:extLst>
              </a:tr>
              <a:tr h="1103244">
                <a:tc>
                  <a:txBody>
                    <a:bodyPr/>
                    <a:lstStyle/>
                    <a:p>
                      <a:r>
                        <a:rPr lang="en-US" dirty="0"/>
                        <a:t>Design</a:t>
                      </a:r>
                    </a:p>
                  </a:txBody>
                  <a:tcPr/>
                </a:tc>
                <a:tc>
                  <a:txBody>
                    <a:bodyPr/>
                    <a:lstStyle/>
                    <a:p>
                      <a:r>
                        <a:rPr lang="en-US" dirty="0"/>
                        <a:t>Defines navigation, layout, and a workable solution</a:t>
                      </a:r>
                    </a:p>
                  </a:txBody>
                  <a:tcPr/>
                </a:tc>
                <a:extLst>
                  <a:ext uri="{0D108BD9-81ED-4DB2-BD59-A6C34878D82A}">
                    <a16:rowId xmlns:a16="http://schemas.microsoft.com/office/drawing/2014/main" val="386057784"/>
                  </a:ext>
                </a:extLst>
              </a:tr>
              <a:tr h="1103244">
                <a:tc>
                  <a:txBody>
                    <a:bodyPr/>
                    <a:lstStyle/>
                    <a:p>
                      <a:r>
                        <a:rPr lang="en-US" dirty="0"/>
                        <a:t>Implementation</a:t>
                      </a:r>
                    </a:p>
                  </a:txBody>
                  <a:tcPr/>
                </a:tc>
                <a:tc>
                  <a:txBody>
                    <a:bodyPr/>
                    <a:lstStyle/>
                    <a:p>
                      <a:r>
                        <a:rPr lang="en-US" dirty="0"/>
                        <a:t>Builds a small, usable part of the product</a:t>
                      </a:r>
                    </a:p>
                  </a:txBody>
                  <a:tcPr/>
                </a:tc>
                <a:extLst>
                  <a:ext uri="{0D108BD9-81ED-4DB2-BD59-A6C34878D82A}">
                    <a16:rowId xmlns:a16="http://schemas.microsoft.com/office/drawing/2014/main" val="307211474"/>
                  </a:ext>
                </a:extLst>
              </a:tr>
            </a:tbl>
          </a:graphicData>
        </a:graphic>
      </p:graphicFrame>
      <p:sp>
        <p:nvSpPr>
          <p:cNvPr id="4" name="TextBox 3">
            <a:extLst>
              <a:ext uri="{FF2B5EF4-FFF2-40B4-BE49-F238E27FC236}">
                <a16:creationId xmlns:a16="http://schemas.microsoft.com/office/drawing/2014/main" id="{DDB2C25D-C654-EBB7-F77F-8E24F8208989}"/>
              </a:ext>
            </a:extLst>
          </p:cNvPr>
          <p:cNvSpPr txBox="1"/>
          <p:nvPr/>
        </p:nvSpPr>
        <p:spPr>
          <a:xfrm>
            <a:off x="533399" y="682629"/>
            <a:ext cx="8190496" cy="923330"/>
          </a:xfrm>
          <a:prstGeom prst="rect">
            <a:avLst/>
          </a:prstGeom>
          <a:noFill/>
        </p:spPr>
        <p:txBody>
          <a:bodyPr wrap="square" rtlCol="0">
            <a:spAutoFit/>
          </a:bodyPr>
          <a:lstStyle/>
          <a:p>
            <a:r>
              <a:rPr lang="en-US" sz="5400" dirty="0"/>
              <a:t>SDLC activities in Agile</a:t>
            </a:r>
          </a:p>
        </p:txBody>
      </p:sp>
      <p:sp>
        <p:nvSpPr>
          <p:cNvPr id="2" name="TextBox 1">
            <a:extLst>
              <a:ext uri="{FF2B5EF4-FFF2-40B4-BE49-F238E27FC236}">
                <a16:creationId xmlns:a16="http://schemas.microsoft.com/office/drawing/2014/main" id="{BB6FDA2C-19B7-1640-D8BD-EBA2212DB41B}"/>
              </a:ext>
            </a:extLst>
          </p:cNvPr>
          <p:cNvSpPr txBox="1"/>
          <p:nvPr/>
        </p:nvSpPr>
        <p:spPr>
          <a:xfrm>
            <a:off x="9051235" y="6514093"/>
            <a:ext cx="2914342" cy="276999"/>
          </a:xfrm>
          <a:prstGeom prst="rect">
            <a:avLst/>
          </a:prstGeom>
          <a:noFill/>
        </p:spPr>
        <p:txBody>
          <a:bodyPr wrap="square" rtlCol="0">
            <a:spAutoFit/>
          </a:bodyPr>
          <a:lstStyle/>
          <a:p>
            <a:r>
              <a:rPr lang="en-US" sz="1200" dirty="0">
                <a:solidFill>
                  <a:schemeClr val="bg1"/>
                </a:solidFill>
              </a:rPr>
              <a:t>(Jackson et al., n.d.; Iqbal, 2024)</a:t>
            </a:r>
          </a:p>
        </p:txBody>
      </p:sp>
    </p:spTree>
    <p:extLst>
      <p:ext uri="{BB962C8B-B14F-4D97-AF65-F5344CB8AC3E}">
        <p14:creationId xmlns:p14="http://schemas.microsoft.com/office/powerpoint/2010/main" val="1408583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ED96DAAC-97D2-1198-3F91-6D73285467E9}"/>
              </a:ext>
            </a:extLst>
          </p:cNvPr>
          <p:cNvPicPr>
            <a:picLocks noGrp="1" noChangeAspect="1"/>
          </p:cNvPicPr>
          <p:nvPr>
            <p:ph type="pic" sz="quarter" idx="14"/>
          </p:nvPr>
        </p:nvPicPr>
        <p:blipFill>
          <a:blip r:embed="rId3">
            <a:extLst>
              <a:ext uri="{28A0092B-C50C-407E-A947-70E740481C1C}">
                <a14:useLocalDpi xmlns:a14="http://schemas.microsoft.com/office/drawing/2010/main" val="0"/>
              </a:ext>
            </a:extLst>
          </a:blip>
          <a:srcRect l="54461" r="-259"/>
          <a:stretch>
            <a:fillRect/>
          </a:stretch>
        </p:blipFill>
        <p:spPr>
          <a:xfrm>
            <a:off x="0" y="0"/>
            <a:ext cx="4400554" cy="6858000"/>
          </a:xfrm>
          <a:prstGeom prst="rect">
            <a:avLst/>
          </a:prstGeom>
          <a:blipFill>
            <a:blip r:embed="rId4">
              <a:alphaModFix amt="60000"/>
            </a:blip>
            <a:stretch>
              <a:fillRect/>
            </a:stretch>
          </a:blipFill>
        </p:spPr>
      </p:pic>
      <p:sp>
        <p:nvSpPr>
          <p:cNvPr id="6" name="TextBox 5">
            <a:extLst>
              <a:ext uri="{FF2B5EF4-FFF2-40B4-BE49-F238E27FC236}">
                <a16:creationId xmlns:a16="http://schemas.microsoft.com/office/drawing/2014/main" id="{332512FD-3DAE-25D6-5A31-933ACBE1BAFB}"/>
              </a:ext>
            </a:extLst>
          </p:cNvPr>
          <p:cNvSpPr txBox="1"/>
          <p:nvPr/>
        </p:nvSpPr>
        <p:spPr>
          <a:xfrm>
            <a:off x="4890052" y="1073426"/>
            <a:ext cx="6768548"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Testing, delivery, and ongoing improvement</a:t>
            </a:r>
          </a:p>
        </p:txBody>
      </p:sp>
      <p:graphicFrame>
        <p:nvGraphicFramePr>
          <p:cNvPr id="7" name="Table 6">
            <a:extLst>
              <a:ext uri="{FF2B5EF4-FFF2-40B4-BE49-F238E27FC236}">
                <a16:creationId xmlns:a16="http://schemas.microsoft.com/office/drawing/2014/main" id="{EE01EA75-D069-192D-BC6C-6ADB88790EE9}"/>
              </a:ext>
            </a:extLst>
          </p:cNvPr>
          <p:cNvGraphicFramePr>
            <a:graphicFrameLocks noGrp="1"/>
          </p:cNvGraphicFramePr>
          <p:nvPr>
            <p:extLst>
              <p:ext uri="{D42A27DB-BD31-4B8C-83A1-F6EECF244321}">
                <p14:modId xmlns:p14="http://schemas.microsoft.com/office/powerpoint/2010/main" val="1398469305"/>
              </p:ext>
            </p:extLst>
          </p:nvPr>
        </p:nvGraphicFramePr>
        <p:xfrm>
          <a:off x="4400554" y="2623929"/>
          <a:ext cx="7454894" cy="2769705"/>
        </p:xfrm>
        <a:graphic>
          <a:graphicData uri="http://schemas.openxmlformats.org/drawingml/2006/table">
            <a:tbl>
              <a:tblPr firstRow="1" bandRow="1">
                <a:tableStyleId>{5C22544A-7EE6-4342-B048-85BDC9FD1C3A}</a:tableStyleId>
              </a:tblPr>
              <a:tblGrid>
                <a:gridCol w="2331550">
                  <a:extLst>
                    <a:ext uri="{9D8B030D-6E8A-4147-A177-3AD203B41FA5}">
                      <a16:colId xmlns:a16="http://schemas.microsoft.com/office/drawing/2014/main" val="2289504436"/>
                    </a:ext>
                  </a:extLst>
                </a:gridCol>
                <a:gridCol w="5123344">
                  <a:extLst>
                    <a:ext uri="{9D8B030D-6E8A-4147-A177-3AD203B41FA5}">
                      <a16:colId xmlns:a16="http://schemas.microsoft.com/office/drawing/2014/main" val="3790009277"/>
                    </a:ext>
                  </a:extLst>
                </a:gridCol>
              </a:tblGrid>
              <a:tr h="923235">
                <a:tc>
                  <a:txBody>
                    <a:bodyPr/>
                    <a:lstStyle/>
                    <a:p>
                      <a:r>
                        <a:rPr lang="en-US" sz="2400" dirty="0">
                          <a:solidFill>
                            <a:schemeClr val="accent6">
                              <a:lumMod val="75000"/>
                            </a:schemeClr>
                          </a:solidFill>
                          <a:latin typeface="Times New Roman" panose="02020603050405020304" pitchFamily="18" charset="0"/>
                          <a:cs typeface="Times New Roman" panose="02020603050405020304" pitchFamily="18" charset="0"/>
                        </a:rPr>
                        <a:t>Testing</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rgbClr val="243C45"/>
                          </a:solidFill>
                          <a:latin typeface="DejaVu Sans"/>
                          <a:ea typeface="DejaVu Sans"/>
                          <a:cs typeface="DejaVu Sans"/>
                        </a:rPr>
                        <a:t>Checks expected behavior and catches defects early</a:t>
                      </a:r>
                    </a:p>
                    <a:p>
                      <a:endParaRPr lang="en-US" dirty="0"/>
                    </a:p>
                  </a:txBody>
                  <a:tcPr>
                    <a:solidFill>
                      <a:schemeClr val="bg2"/>
                    </a:solidFill>
                  </a:tcPr>
                </a:tc>
                <a:extLst>
                  <a:ext uri="{0D108BD9-81ED-4DB2-BD59-A6C34878D82A}">
                    <a16:rowId xmlns:a16="http://schemas.microsoft.com/office/drawing/2014/main" val="1594550312"/>
                  </a:ext>
                </a:extLst>
              </a:tr>
              <a:tr h="923235">
                <a:tc>
                  <a:txBody>
                    <a:bodyPr/>
                    <a:lstStyle/>
                    <a:p>
                      <a:r>
                        <a:rPr lang="en-US" sz="2400" dirty="0">
                          <a:solidFill>
                            <a:schemeClr val="accent5">
                              <a:lumMod val="75000"/>
                            </a:schemeClr>
                          </a:solidFill>
                          <a:latin typeface="Times New Roman" panose="02020603050405020304" pitchFamily="18" charset="0"/>
                          <a:cs typeface="Times New Roman" panose="02020603050405020304" pitchFamily="18" charset="0"/>
                        </a:rPr>
                        <a:t>Deployment</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rgbClr val="243C45"/>
                          </a:solidFill>
                          <a:latin typeface="DejaVu Sans"/>
                          <a:ea typeface="DejaVu Sans"/>
                          <a:cs typeface="DejaVu Sans"/>
                        </a:rPr>
                        <a:t>Makes a usable increment available when appropriate</a:t>
                      </a:r>
                    </a:p>
                    <a:p>
                      <a:endParaRPr lang="en-US" dirty="0"/>
                    </a:p>
                  </a:txBody>
                  <a:tcPr>
                    <a:solidFill>
                      <a:schemeClr val="bg2"/>
                    </a:solidFill>
                  </a:tcPr>
                </a:tc>
                <a:extLst>
                  <a:ext uri="{0D108BD9-81ED-4DB2-BD59-A6C34878D82A}">
                    <a16:rowId xmlns:a16="http://schemas.microsoft.com/office/drawing/2014/main" val="3049323303"/>
                  </a:ext>
                </a:extLst>
              </a:tr>
              <a:tr h="923235">
                <a:tc>
                  <a:txBody>
                    <a:bodyPr/>
                    <a:lstStyle/>
                    <a:p>
                      <a:r>
                        <a:rPr lang="en-US" sz="2400" dirty="0">
                          <a:solidFill>
                            <a:schemeClr val="accent3">
                              <a:lumMod val="75000"/>
                            </a:schemeClr>
                          </a:solidFill>
                          <a:latin typeface="Times New Roman" panose="02020603050405020304" pitchFamily="18" charset="0"/>
                          <a:cs typeface="Times New Roman" panose="02020603050405020304" pitchFamily="18" charset="0"/>
                        </a:rPr>
                        <a:t>Maintenance</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rgbClr val="243C45"/>
                          </a:solidFill>
                          <a:latin typeface="DejaVu Sans"/>
                          <a:ea typeface="DejaVu Sans"/>
                          <a:cs typeface="DejaVu Sans"/>
                        </a:rPr>
                        <a:t>Fixes problems and guides future improvements</a:t>
                      </a:r>
                    </a:p>
                    <a:p>
                      <a:endParaRPr lang="en-US" dirty="0"/>
                    </a:p>
                  </a:txBody>
                  <a:tcPr>
                    <a:solidFill>
                      <a:schemeClr val="bg2"/>
                    </a:solidFill>
                  </a:tcPr>
                </a:tc>
                <a:extLst>
                  <a:ext uri="{0D108BD9-81ED-4DB2-BD59-A6C34878D82A}">
                    <a16:rowId xmlns:a16="http://schemas.microsoft.com/office/drawing/2014/main" val="3116300772"/>
                  </a:ext>
                </a:extLst>
              </a:tr>
            </a:tbl>
          </a:graphicData>
        </a:graphic>
      </p:graphicFrame>
      <p:sp>
        <p:nvSpPr>
          <p:cNvPr id="9" name="TextBox 8">
            <a:extLst>
              <a:ext uri="{FF2B5EF4-FFF2-40B4-BE49-F238E27FC236}">
                <a16:creationId xmlns:a16="http://schemas.microsoft.com/office/drawing/2014/main" id="{21FF0276-C40F-2BBA-B767-41B35801BB67}"/>
              </a:ext>
            </a:extLst>
          </p:cNvPr>
          <p:cNvSpPr txBox="1"/>
          <p:nvPr/>
        </p:nvSpPr>
        <p:spPr>
          <a:xfrm>
            <a:off x="4890052" y="5784574"/>
            <a:ext cx="6559825" cy="392415"/>
          </a:xfrm>
          <a:prstGeom prst="rect">
            <a:avLst/>
          </a:prstGeom>
          <a:noFill/>
        </p:spPr>
        <p:txBody>
          <a:bodyPr wrap="square" rtlCol="0">
            <a:spAutoFit/>
          </a:bodyPr>
          <a:lstStyle/>
          <a:p>
            <a:pPr>
              <a:defRPr sz="1950" b="1">
                <a:solidFill>
                  <a:srgbClr val="14766E"/>
                </a:solidFill>
                <a:latin typeface="DejaVu Sans"/>
                <a:ea typeface="DejaVu Sans"/>
                <a:cs typeface="DejaVu Sans"/>
              </a:defRPr>
            </a:pPr>
            <a:r>
              <a:rPr lang="en-US" b="1" dirty="0">
                <a:solidFill>
                  <a:srgbClr val="14766E"/>
                </a:solidFill>
                <a:latin typeface="Times New Roman" panose="02020603050405020304" pitchFamily="18" charset="0"/>
                <a:ea typeface="DejaVu Sans"/>
                <a:cs typeface="Times New Roman" panose="02020603050405020304" pitchFamily="18" charset="0"/>
              </a:rPr>
              <a:t>Course evidence: revised test cases and packaged JAR files</a:t>
            </a:r>
          </a:p>
        </p:txBody>
      </p:sp>
      <p:sp>
        <p:nvSpPr>
          <p:cNvPr id="13" name="text-1">
            <a:extLst>
              <a:ext uri="{FF2B5EF4-FFF2-40B4-BE49-F238E27FC236}">
                <a16:creationId xmlns:a16="http://schemas.microsoft.com/office/drawing/2014/main" id="{F85D2E3C-6C56-478D-80FD-3F5EC480426D}"/>
              </a:ext>
            </a:extLst>
          </p:cNvPr>
          <p:cNvSpPr>
            <a:spLocks noGrp="1"/>
          </p:cNvSpPr>
          <p:nvPr/>
        </p:nvSpPr>
        <p:spPr>
          <a:xfrm>
            <a:off x="4557092" y="6396479"/>
            <a:ext cx="3234356" cy="342900"/>
          </a:xfrm>
          <a:prstGeom prst="rect">
            <a:avLst/>
          </a:prstGeom>
          <a:noFill/>
          <a:ln w="0">
            <a:noFill/>
            <a:prstDash val="solid"/>
          </a:ln>
        </p:spPr>
        <p:txBody>
          <a:bodyPr lIns="0" tIns="0" rIns="0" bIns="0" anchor="t"/>
          <a:lstStyle>
            <a:defPPr>
              <a:defRPr lang="en-US" sz="1200" b="0">
                <a:solidFill>
                  <a:srgbClr val="53656A"/>
                </a:solidFill>
                <a:latin typeface="DejaVu Sans"/>
                <a:ea typeface="DejaVu Sans"/>
                <a:cs typeface="DejaVu Sans"/>
              </a:defRPr>
            </a:defPPr>
            <a:lvl1pPr marL="0" algn="l" defTabSz="914400" rtl="0" eaLnBrk="1" latinLnBrk="0" hangingPunct="1">
              <a:defRPr sz="1200" b="0" kern="1200">
                <a:solidFill>
                  <a:srgbClr val="53656A"/>
                </a:solidFill>
                <a:latin typeface="DejaVu Sans"/>
                <a:ea typeface="DejaVu Sans"/>
                <a:cs typeface="DejaVu Sans"/>
              </a:defRPr>
            </a:lvl1pPr>
            <a:lvl2pPr marL="457200" algn="l" defTabSz="914400" rtl="0" eaLnBrk="1" latinLnBrk="0" hangingPunct="1">
              <a:defRPr sz="1200" b="0" kern="1200">
                <a:solidFill>
                  <a:srgbClr val="53656A"/>
                </a:solidFill>
                <a:latin typeface="DejaVu Sans"/>
                <a:ea typeface="DejaVu Sans"/>
                <a:cs typeface="DejaVu Sans"/>
              </a:defRPr>
            </a:lvl2pPr>
            <a:lvl3pPr marL="914400" algn="l" defTabSz="914400" rtl="0" eaLnBrk="1" latinLnBrk="0" hangingPunct="1">
              <a:defRPr sz="1200" b="0" kern="1200">
                <a:solidFill>
                  <a:srgbClr val="53656A"/>
                </a:solidFill>
                <a:latin typeface="DejaVu Sans"/>
                <a:ea typeface="DejaVu Sans"/>
                <a:cs typeface="DejaVu Sans"/>
              </a:defRPr>
            </a:lvl3pPr>
            <a:lvl4pPr marL="1371600" algn="l" defTabSz="914400" rtl="0" eaLnBrk="1" latinLnBrk="0" hangingPunct="1">
              <a:defRPr sz="1200" b="0" kern="1200">
                <a:solidFill>
                  <a:srgbClr val="53656A"/>
                </a:solidFill>
                <a:latin typeface="DejaVu Sans"/>
                <a:ea typeface="DejaVu Sans"/>
                <a:cs typeface="DejaVu Sans"/>
              </a:defRPr>
            </a:lvl4pPr>
            <a:lvl5pPr marL="1828800" algn="l" defTabSz="914400" rtl="0" eaLnBrk="1" latinLnBrk="0" hangingPunct="1">
              <a:defRPr sz="1200" b="0" kern="1200">
                <a:solidFill>
                  <a:srgbClr val="53656A"/>
                </a:solidFill>
                <a:latin typeface="DejaVu Sans"/>
                <a:ea typeface="DejaVu Sans"/>
                <a:cs typeface="DejaVu Sans"/>
              </a:defRPr>
            </a:lvl5pPr>
            <a:lvl6pPr marL="2286000" algn="l" defTabSz="914400" rtl="0" eaLnBrk="1" latinLnBrk="0" hangingPunct="1">
              <a:defRPr sz="1200" b="0" kern="1200">
                <a:solidFill>
                  <a:srgbClr val="53656A"/>
                </a:solidFill>
                <a:latin typeface="DejaVu Sans"/>
                <a:ea typeface="DejaVu Sans"/>
                <a:cs typeface="DejaVu Sans"/>
              </a:defRPr>
            </a:lvl6pPr>
            <a:lvl7pPr marL="2743200" algn="l" defTabSz="914400" rtl="0" eaLnBrk="1" latinLnBrk="0" hangingPunct="1">
              <a:defRPr sz="1200" b="0" kern="1200">
                <a:solidFill>
                  <a:srgbClr val="53656A"/>
                </a:solidFill>
                <a:latin typeface="DejaVu Sans"/>
                <a:ea typeface="DejaVu Sans"/>
                <a:cs typeface="DejaVu Sans"/>
              </a:defRPr>
            </a:lvl7pPr>
            <a:lvl8pPr marL="3200400" algn="l" defTabSz="914400" rtl="0" eaLnBrk="1" latinLnBrk="0" hangingPunct="1">
              <a:defRPr sz="1200" b="0" kern="1200">
                <a:solidFill>
                  <a:srgbClr val="53656A"/>
                </a:solidFill>
                <a:latin typeface="DejaVu Sans"/>
                <a:ea typeface="DejaVu Sans"/>
                <a:cs typeface="DejaVu Sans"/>
              </a:defRPr>
            </a:lvl8pPr>
            <a:lvl9pPr marL="3657600" algn="l" defTabSz="914400" rtl="0" eaLnBrk="1" latinLnBrk="0" hangingPunct="1">
              <a:defRPr sz="1200" b="0" kern="1200">
                <a:solidFill>
                  <a:srgbClr val="53656A"/>
                </a:solidFill>
                <a:latin typeface="DejaVu Sans"/>
                <a:ea typeface="DejaVu Sans"/>
                <a:cs typeface="DejaVu Sans"/>
              </a:defRPr>
            </a:lvl9pPr>
          </a:lstStyle>
          <a:p>
            <a:pPr>
              <a:defRPr sz="1200" b="0">
                <a:solidFill>
                  <a:srgbClr val="53656A"/>
                </a:solidFill>
                <a:latin typeface="DejaVu Sans"/>
                <a:ea typeface="DejaVu Sans"/>
                <a:cs typeface="DejaVu Sans"/>
              </a:defRPr>
            </a:pPr>
            <a:r>
              <a:rPr sz="1200" b="0">
                <a:solidFill>
                  <a:srgbClr val="53656A"/>
                </a:solidFill>
                <a:latin typeface="DejaVu Sans"/>
                <a:ea typeface="DejaVu Sans"/>
                <a:cs typeface="DejaVu Sans"/>
              </a:rPr>
              <a:t>(Jackson et al., n.d.; Scrum.org, n.d.)</a:t>
            </a:r>
          </a:p>
        </p:txBody>
      </p:sp>
      <p:sp>
        <p:nvSpPr>
          <p:cNvPr id="15" name="TextBox 14">
            <a:extLst>
              <a:ext uri="{FF2B5EF4-FFF2-40B4-BE49-F238E27FC236}">
                <a16:creationId xmlns:a16="http://schemas.microsoft.com/office/drawing/2014/main" id="{8FAE549F-BF32-3EF7-A8F9-93752F8E4C1A}"/>
              </a:ext>
            </a:extLst>
          </p:cNvPr>
          <p:cNvSpPr txBox="1"/>
          <p:nvPr/>
        </p:nvSpPr>
        <p:spPr>
          <a:xfrm>
            <a:off x="485361" y="6306319"/>
            <a:ext cx="3710608" cy="523220"/>
          </a:xfrm>
          <a:prstGeom prst="rect">
            <a:avLst/>
          </a:prstGeom>
          <a:noFill/>
        </p:spPr>
        <p:txBody>
          <a:bodyPr wrap="square" rtlCol="0">
            <a:spAutoFit/>
          </a:bodyPr>
          <a:lstStyle/>
          <a:p>
            <a:r>
              <a:rPr lang="en-US" sz="1000" dirty="0">
                <a:solidFill>
                  <a:schemeClr val="bg1"/>
                </a:solidFill>
                <a:latin typeface="DejaVu Sans"/>
                <a:ea typeface="DejaVu Sans"/>
                <a:cs typeface="DejaVu Sans"/>
              </a:rPr>
              <a:t>Destination image from the Wellness Project</a:t>
            </a:r>
          </a:p>
          <a:p>
            <a:endParaRPr lang="en-US" dirty="0"/>
          </a:p>
        </p:txBody>
      </p:sp>
    </p:spTree>
    <p:extLst>
      <p:ext uri="{BB962C8B-B14F-4D97-AF65-F5344CB8AC3E}">
        <p14:creationId xmlns:p14="http://schemas.microsoft.com/office/powerpoint/2010/main" val="3732096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BC926DE-C43D-D970-5419-017AB5F6009D}"/>
              </a:ext>
            </a:extLst>
          </p:cNvPr>
          <p:cNvSpPr txBox="1"/>
          <p:nvPr/>
        </p:nvSpPr>
        <p:spPr>
          <a:xfrm>
            <a:off x="622851" y="768626"/>
            <a:ext cx="9833113" cy="646331"/>
          </a:xfrm>
          <a:prstGeom prst="rect">
            <a:avLst/>
          </a:prstGeom>
          <a:noFill/>
        </p:spPr>
        <p:txBody>
          <a:bodyPr wrap="square" rtlCol="0">
            <a:spAutoFit/>
          </a:bodyPr>
          <a:lstStyle/>
          <a:p>
            <a:r>
              <a:rPr lang="en-US" sz="3600" b="1" dirty="0">
                <a:latin typeface="Times New Roman" panose="02020603050405020304" pitchFamily="18" charset="0"/>
                <a:cs typeface="Times New Roman" panose="02020603050405020304" pitchFamily="18" charset="0"/>
              </a:rPr>
              <a:t>A change in direction at SNHU Travel</a:t>
            </a:r>
          </a:p>
        </p:txBody>
      </p:sp>
      <p:sp>
        <p:nvSpPr>
          <p:cNvPr id="6" name="TextBox 5">
            <a:extLst>
              <a:ext uri="{FF2B5EF4-FFF2-40B4-BE49-F238E27FC236}">
                <a16:creationId xmlns:a16="http://schemas.microsoft.com/office/drawing/2014/main" id="{D968D70D-89B9-AC9E-EBE8-26778BFA9D3E}"/>
              </a:ext>
            </a:extLst>
          </p:cNvPr>
          <p:cNvSpPr txBox="1"/>
          <p:nvPr/>
        </p:nvSpPr>
        <p:spPr>
          <a:xfrm>
            <a:off x="954157" y="1722783"/>
            <a:ext cx="4214191" cy="646331"/>
          </a:xfrm>
          <a:prstGeom prst="rect">
            <a:avLst/>
          </a:prstGeom>
          <a:noFill/>
        </p:spPr>
        <p:txBody>
          <a:bodyPr wrap="square" rtlCol="0">
            <a:spAutoFit/>
          </a:bodyPr>
          <a:lstStyle/>
          <a:p>
            <a:r>
              <a:rPr lang="en-US" sz="3600" dirty="0">
                <a:solidFill>
                  <a:schemeClr val="bg2">
                    <a:lumMod val="50000"/>
                  </a:schemeClr>
                </a:solidFill>
                <a:latin typeface="Times New Roman" panose="02020603050405020304" pitchFamily="18" charset="0"/>
                <a:cs typeface="Times New Roman" panose="02020603050405020304" pitchFamily="18" charset="0"/>
              </a:rPr>
              <a:t>General Destinations</a:t>
            </a:r>
          </a:p>
        </p:txBody>
      </p:sp>
      <p:sp>
        <p:nvSpPr>
          <p:cNvPr id="8" name="TextBox 7">
            <a:extLst>
              <a:ext uri="{FF2B5EF4-FFF2-40B4-BE49-F238E27FC236}">
                <a16:creationId xmlns:a16="http://schemas.microsoft.com/office/drawing/2014/main" id="{B2008C31-4C98-B71E-D201-54796AB31A46}"/>
              </a:ext>
            </a:extLst>
          </p:cNvPr>
          <p:cNvSpPr txBox="1"/>
          <p:nvPr/>
        </p:nvSpPr>
        <p:spPr>
          <a:xfrm>
            <a:off x="6096000" y="1722782"/>
            <a:ext cx="4359964" cy="646331"/>
          </a:xfrm>
          <a:prstGeom prst="rect">
            <a:avLst/>
          </a:prstGeom>
          <a:noFill/>
        </p:spPr>
        <p:txBody>
          <a:bodyPr wrap="square" rtlCol="0">
            <a:spAutoFit/>
          </a:bodyPr>
          <a:lstStyle/>
          <a:p>
            <a:r>
              <a:rPr lang="en-US" sz="3600" dirty="0">
                <a:solidFill>
                  <a:schemeClr val="accent4"/>
                </a:solidFill>
                <a:latin typeface="Times New Roman" panose="02020603050405020304" pitchFamily="18" charset="0"/>
                <a:cs typeface="Times New Roman" panose="02020603050405020304" pitchFamily="18" charset="0"/>
              </a:rPr>
              <a:t>Wellness Destinations</a:t>
            </a:r>
          </a:p>
        </p:txBody>
      </p:sp>
      <p:sp>
        <p:nvSpPr>
          <p:cNvPr id="10" name="TextBox 9">
            <a:extLst>
              <a:ext uri="{FF2B5EF4-FFF2-40B4-BE49-F238E27FC236}">
                <a16:creationId xmlns:a16="http://schemas.microsoft.com/office/drawing/2014/main" id="{C3DA468E-0621-8267-320D-520CB3678DD1}"/>
              </a:ext>
            </a:extLst>
          </p:cNvPr>
          <p:cNvSpPr txBox="1"/>
          <p:nvPr/>
        </p:nvSpPr>
        <p:spPr>
          <a:xfrm>
            <a:off x="954157" y="2663687"/>
            <a:ext cx="5141843" cy="1384995"/>
          </a:xfrm>
          <a:prstGeom prst="rect">
            <a:avLst/>
          </a:prstGeom>
          <a:noFill/>
        </p:spPr>
        <p:txBody>
          <a:bodyPr wrap="square" rtlCol="0">
            <a:spAutoFit/>
          </a:bodyPr>
          <a:lstStyle/>
          <a:p>
            <a:r>
              <a:rPr lang="en-US" sz="2800" dirty="0"/>
              <a:t>Original destination content </a:t>
            </a:r>
          </a:p>
          <a:p>
            <a:r>
              <a:rPr lang="en-US" sz="2800" dirty="0"/>
              <a:t>Existing slideshow navigation</a:t>
            </a:r>
          </a:p>
          <a:p>
            <a:r>
              <a:rPr lang="en-US" sz="2800" dirty="0"/>
              <a:t>Five-week project schedule</a:t>
            </a:r>
          </a:p>
        </p:txBody>
      </p:sp>
      <p:sp>
        <p:nvSpPr>
          <p:cNvPr id="13" name="TextBox 12">
            <a:extLst>
              <a:ext uri="{FF2B5EF4-FFF2-40B4-BE49-F238E27FC236}">
                <a16:creationId xmlns:a16="http://schemas.microsoft.com/office/drawing/2014/main" id="{A5A45178-26A9-1173-4B2F-CF8F1BDFC97A}"/>
              </a:ext>
            </a:extLst>
          </p:cNvPr>
          <p:cNvSpPr txBox="1"/>
          <p:nvPr/>
        </p:nvSpPr>
        <p:spPr>
          <a:xfrm>
            <a:off x="6096000" y="2663686"/>
            <a:ext cx="5141843" cy="1815882"/>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Updated images and descriptions</a:t>
            </a:r>
          </a:p>
          <a:p>
            <a:r>
              <a:rPr lang="en-US" sz="2800" dirty="0">
                <a:latin typeface="Times New Roman" panose="02020603050405020304" pitchFamily="18" charset="0"/>
                <a:cs typeface="Times New Roman" panose="02020603050405020304" pitchFamily="18" charset="0"/>
              </a:rPr>
              <a:t>Reused navigation and structure</a:t>
            </a:r>
          </a:p>
          <a:p>
            <a:r>
              <a:rPr lang="en-US" sz="2800" dirty="0">
                <a:latin typeface="Times New Roman" panose="02020603050405020304" pitchFamily="18" charset="0"/>
                <a:cs typeface="Times New Roman" panose="02020603050405020304" pitchFamily="18" charset="0"/>
              </a:rPr>
              <a:t>Lower-priority work deferred in scenario</a:t>
            </a:r>
          </a:p>
        </p:txBody>
      </p:sp>
      <p:sp>
        <p:nvSpPr>
          <p:cNvPr id="14" name="TextBox 13">
            <a:extLst>
              <a:ext uri="{FF2B5EF4-FFF2-40B4-BE49-F238E27FC236}">
                <a16:creationId xmlns:a16="http://schemas.microsoft.com/office/drawing/2014/main" id="{C2FBB659-BD7C-8700-7C44-0A8498D6FB8D}"/>
              </a:ext>
            </a:extLst>
          </p:cNvPr>
          <p:cNvSpPr txBox="1"/>
          <p:nvPr/>
        </p:nvSpPr>
        <p:spPr>
          <a:xfrm>
            <a:off x="1192695" y="5367130"/>
            <a:ext cx="8653669" cy="646331"/>
          </a:xfrm>
          <a:prstGeom prst="rect">
            <a:avLst/>
          </a:prstGeom>
          <a:noFill/>
        </p:spPr>
        <p:txBody>
          <a:bodyPr wrap="square" rtlCol="0">
            <a:spAutoFit/>
          </a:bodyPr>
          <a:lstStyle/>
          <a:p>
            <a:r>
              <a:rPr lang="en-US" b="1" dirty="0">
                <a:solidFill>
                  <a:srgbClr val="397F59"/>
                </a:solidFill>
                <a:latin typeface="DejaVu Sans"/>
                <a:ea typeface="DejaVu Sans"/>
                <a:cs typeface="DejaVu Sans"/>
              </a:rPr>
              <a:t>Lesson: a fixed deadline requires explicit choices about scope</a:t>
            </a:r>
          </a:p>
          <a:p>
            <a:endParaRPr lang="en-US" dirty="0"/>
          </a:p>
        </p:txBody>
      </p:sp>
      <p:sp>
        <p:nvSpPr>
          <p:cNvPr id="15" name="TextBox 14">
            <a:extLst>
              <a:ext uri="{FF2B5EF4-FFF2-40B4-BE49-F238E27FC236}">
                <a16:creationId xmlns:a16="http://schemas.microsoft.com/office/drawing/2014/main" id="{809E4EDE-4D23-9175-5910-5DC52F8B809A}"/>
              </a:ext>
            </a:extLst>
          </p:cNvPr>
          <p:cNvSpPr txBox="1"/>
          <p:nvPr/>
        </p:nvSpPr>
        <p:spPr>
          <a:xfrm>
            <a:off x="304800" y="6149009"/>
            <a:ext cx="4996070" cy="276999"/>
          </a:xfrm>
          <a:prstGeom prst="rect">
            <a:avLst/>
          </a:prstGeom>
          <a:noFill/>
        </p:spPr>
        <p:txBody>
          <a:bodyPr wrap="square" rtlCol="0">
            <a:spAutoFit/>
          </a:bodyPr>
          <a:lstStyle/>
          <a:p>
            <a:pPr>
              <a:defRPr sz="1200" b="0">
                <a:solidFill>
                  <a:srgbClr val="53656A"/>
                </a:solidFill>
                <a:latin typeface="DejaVu Sans"/>
                <a:ea typeface="DejaVu Sans"/>
                <a:cs typeface="DejaVu Sans"/>
              </a:defRPr>
            </a:pPr>
            <a:r>
              <a:rPr lang="en-US">
                <a:solidFill>
                  <a:srgbClr val="53656A"/>
                </a:solidFill>
                <a:latin typeface="DejaVu Sans"/>
                <a:ea typeface="DejaVu Sans"/>
                <a:cs typeface="DejaVu Sans"/>
              </a:rPr>
              <a:t>(Iqbal, 2024; Mountain Goat Software, 2024)</a:t>
            </a:r>
          </a:p>
        </p:txBody>
      </p:sp>
    </p:spTree>
    <p:extLst>
      <p:ext uri="{BB962C8B-B14F-4D97-AF65-F5344CB8AC3E}">
        <p14:creationId xmlns:p14="http://schemas.microsoft.com/office/powerpoint/2010/main" val="992193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0">
            <a:extLst>
              <a:ext uri="{FF2B5EF4-FFF2-40B4-BE49-F238E27FC236}">
                <a16:creationId xmlns:a16="http://schemas.microsoft.com/office/drawing/2014/main" id="{60C50B73-DD56-4CD9-81C9-552C522ED7EC}"/>
              </a:ext>
            </a:extLst>
          </p:cNvPr>
          <p:cNvSpPr>
            <a:spLocks noGrp="1"/>
          </p:cNvSpPr>
          <p:nvPr/>
        </p:nvSpPr>
        <p:spPr>
          <a:xfrm>
            <a:off x="619125" y="829710"/>
            <a:ext cx="10953750" cy="904875"/>
          </a:xfrm>
          <a:prstGeom prst="rect">
            <a:avLst/>
          </a:prstGeom>
          <a:noFill/>
          <a:ln w="0">
            <a:noFill/>
            <a:prstDash val="solid"/>
          </a:ln>
        </p:spPr>
        <p:txBody>
          <a:bodyPr lIns="0" tIns="0" rIns="0" bIns="0" anchor="t"/>
          <a:lstStyle>
            <a:defPPr>
              <a:defRPr lang="en-US" sz="3225" b="1">
                <a:solidFill>
                  <a:srgbClr val="123342"/>
                </a:solidFill>
                <a:latin typeface="DejaVu Sans"/>
                <a:ea typeface="DejaVu Sans"/>
                <a:cs typeface="DejaVu Sans"/>
              </a:defRPr>
            </a:defPPr>
            <a:lvl1pPr marL="0" algn="l" defTabSz="914400" rtl="0" eaLnBrk="1" latinLnBrk="0" hangingPunct="1">
              <a:defRPr sz="3225" b="1" kern="1200">
                <a:solidFill>
                  <a:srgbClr val="123342"/>
                </a:solidFill>
                <a:latin typeface="DejaVu Sans"/>
                <a:ea typeface="DejaVu Sans"/>
                <a:cs typeface="DejaVu Sans"/>
              </a:defRPr>
            </a:lvl1pPr>
            <a:lvl2pPr marL="457200" algn="l" defTabSz="914400" rtl="0" eaLnBrk="1" latinLnBrk="0" hangingPunct="1">
              <a:defRPr sz="3225" b="1" kern="1200">
                <a:solidFill>
                  <a:srgbClr val="123342"/>
                </a:solidFill>
                <a:latin typeface="DejaVu Sans"/>
                <a:ea typeface="DejaVu Sans"/>
                <a:cs typeface="DejaVu Sans"/>
              </a:defRPr>
            </a:lvl2pPr>
            <a:lvl3pPr marL="914400" algn="l" defTabSz="914400" rtl="0" eaLnBrk="1" latinLnBrk="0" hangingPunct="1">
              <a:defRPr sz="3225" b="1" kern="1200">
                <a:solidFill>
                  <a:srgbClr val="123342"/>
                </a:solidFill>
                <a:latin typeface="DejaVu Sans"/>
                <a:ea typeface="DejaVu Sans"/>
                <a:cs typeface="DejaVu Sans"/>
              </a:defRPr>
            </a:lvl3pPr>
            <a:lvl4pPr marL="1371600" algn="l" defTabSz="914400" rtl="0" eaLnBrk="1" latinLnBrk="0" hangingPunct="1">
              <a:defRPr sz="3225" b="1" kern="1200">
                <a:solidFill>
                  <a:srgbClr val="123342"/>
                </a:solidFill>
                <a:latin typeface="DejaVu Sans"/>
                <a:ea typeface="DejaVu Sans"/>
                <a:cs typeface="DejaVu Sans"/>
              </a:defRPr>
            </a:lvl4pPr>
            <a:lvl5pPr marL="1828800" algn="l" defTabSz="914400" rtl="0" eaLnBrk="1" latinLnBrk="0" hangingPunct="1">
              <a:defRPr sz="3225" b="1" kern="1200">
                <a:solidFill>
                  <a:srgbClr val="123342"/>
                </a:solidFill>
                <a:latin typeface="DejaVu Sans"/>
                <a:ea typeface="DejaVu Sans"/>
                <a:cs typeface="DejaVu Sans"/>
              </a:defRPr>
            </a:lvl5pPr>
            <a:lvl6pPr marL="2286000" algn="l" defTabSz="914400" rtl="0" eaLnBrk="1" latinLnBrk="0" hangingPunct="1">
              <a:defRPr sz="3225" b="1" kern="1200">
                <a:solidFill>
                  <a:srgbClr val="123342"/>
                </a:solidFill>
                <a:latin typeface="DejaVu Sans"/>
                <a:ea typeface="DejaVu Sans"/>
                <a:cs typeface="DejaVu Sans"/>
              </a:defRPr>
            </a:lvl6pPr>
            <a:lvl7pPr marL="2743200" algn="l" defTabSz="914400" rtl="0" eaLnBrk="1" latinLnBrk="0" hangingPunct="1">
              <a:defRPr sz="3225" b="1" kern="1200">
                <a:solidFill>
                  <a:srgbClr val="123342"/>
                </a:solidFill>
                <a:latin typeface="DejaVu Sans"/>
                <a:ea typeface="DejaVu Sans"/>
                <a:cs typeface="DejaVu Sans"/>
              </a:defRPr>
            </a:lvl7pPr>
            <a:lvl8pPr marL="3200400" algn="l" defTabSz="914400" rtl="0" eaLnBrk="1" latinLnBrk="0" hangingPunct="1">
              <a:defRPr sz="3225" b="1" kern="1200">
                <a:solidFill>
                  <a:srgbClr val="123342"/>
                </a:solidFill>
                <a:latin typeface="DejaVu Sans"/>
                <a:ea typeface="DejaVu Sans"/>
                <a:cs typeface="DejaVu Sans"/>
              </a:defRPr>
            </a:lvl8pPr>
            <a:lvl9pPr marL="3657600" algn="l" defTabSz="914400" rtl="0" eaLnBrk="1" latinLnBrk="0" hangingPunct="1">
              <a:defRPr sz="3225" b="1" kern="1200">
                <a:solidFill>
                  <a:srgbClr val="123342"/>
                </a:solidFill>
                <a:latin typeface="DejaVu Sans"/>
                <a:ea typeface="DejaVu Sans"/>
                <a:cs typeface="DejaVu Sans"/>
              </a:defRPr>
            </a:lvl9pPr>
          </a:lstStyle>
          <a:p>
            <a:pPr>
              <a:defRPr sz="3225" b="1">
                <a:solidFill>
                  <a:srgbClr val="123342"/>
                </a:solidFill>
                <a:latin typeface="DejaVu Sans"/>
                <a:ea typeface="DejaVu Sans"/>
                <a:cs typeface="DejaVu Sans"/>
              </a:defRPr>
            </a:pPr>
            <a:r>
              <a:rPr sz="3225" b="1">
                <a:solidFill>
                  <a:srgbClr val="123342"/>
                </a:solidFill>
                <a:latin typeface="DejaVu Sans"/>
                <a:ea typeface="DejaVu Sans"/>
                <a:cs typeface="DejaVu Sans"/>
              </a:rPr>
              <a:t>How Waterfall would change the process</a:t>
            </a:r>
          </a:p>
        </p:txBody>
      </p:sp>
      <p:sp>
        <p:nvSpPr>
          <p:cNvPr id="5" name="text-3">
            <a:extLst>
              <a:ext uri="{FF2B5EF4-FFF2-40B4-BE49-F238E27FC236}">
                <a16:creationId xmlns:a16="http://schemas.microsoft.com/office/drawing/2014/main" id="{C96D7163-95F0-486F-85C7-D869567F5F6C}"/>
              </a:ext>
            </a:extLst>
          </p:cNvPr>
          <p:cNvSpPr>
            <a:spLocks noGrp="1"/>
          </p:cNvSpPr>
          <p:nvPr/>
        </p:nvSpPr>
        <p:spPr>
          <a:xfrm>
            <a:off x="916057" y="1734585"/>
            <a:ext cx="4953000" cy="523875"/>
          </a:xfrm>
          <a:prstGeom prst="rect">
            <a:avLst/>
          </a:prstGeom>
          <a:noFill/>
          <a:ln w="0">
            <a:noFill/>
            <a:prstDash val="solid"/>
          </a:ln>
        </p:spPr>
        <p:txBody>
          <a:bodyPr lIns="0" tIns="0" rIns="0" bIns="0" anchor="t"/>
          <a:lstStyle>
            <a:defPPr>
              <a:defRPr lang="en-US" sz="2400" b="1">
                <a:solidFill>
                  <a:srgbClr val="123342"/>
                </a:solidFill>
                <a:latin typeface="DejaVu Sans"/>
                <a:ea typeface="DejaVu Sans"/>
                <a:cs typeface="DejaVu Sans"/>
              </a:defRPr>
            </a:defPPr>
            <a:lvl1pPr marL="0" algn="l" defTabSz="914400" rtl="0" eaLnBrk="1" latinLnBrk="0" hangingPunct="1">
              <a:defRPr sz="2400" b="1" kern="1200">
                <a:solidFill>
                  <a:srgbClr val="123342"/>
                </a:solidFill>
                <a:latin typeface="DejaVu Sans"/>
                <a:ea typeface="DejaVu Sans"/>
                <a:cs typeface="DejaVu Sans"/>
              </a:defRPr>
            </a:lvl1pPr>
            <a:lvl2pPr marL="457200" algn="l" defTabSz="914400" rtl="0" eaLnBrk="1" latinLnBrk="0" hangingPunct="1">
              <a:defRPr sz="2400" b="1" kern="1200">
                <a:solidFill>
                  <a:srgbClr val="123342"/>
                </a:solidFill>
                <a:latin typeface="DejaVu Sans"/>
                <a:ea typeface="DejaVu Sans"/>
                <a:cs typeface="DejaVu Sans"/>
              </a:defRPr>
            </a:lvl2pPr>
            <a:lvl3pPr marL="914400" algn="l" defTabSz="914400" rtl="0" eaLnBrk="1" latinLnBrk="0" hangingPunct="1">
              <a:defRPr sz="2400" b="1" kern="1200">
                <a:solidFill>
                  <a:srgbClr val="123342"/>
                </a:solidFill>
                <a:latin typeface="DejaVu Sans"/>
                <a:ea typeface="DejaVu Sans"/>
                <a:cs typeface="DejaVu Sans"/>
              </a:defRPr>
            </a:lvl3pPr>
            <a:lvl4pPr marL="1371600" algn="l" defTabSz="914400" rtl="0" eaLnBrk="1" latinLnBrk="0" hangingPunct="1">
              <a:defRPr sz="2400" b="1" kern="1200">
                <a:solidFill>
                  <a:srgbClr val="123342"/>
                </a:solidFill>
                <a:latin typeface="DejaVu Sans"/>
                <a:ea typeface="DejaVu Sans"/>
                <a:cs typeface="DejaVu Sans"/>
              </a:defRPr>
            </a:lvl4pPr>
            <a:lvl5pPr marL="1828800" algn="l" defTabSz="914400" rtl="0" eaLnBrk="1" latinLnBrk="0" hangingPunct="1">
              <a:defRPr sz="2400" b="1" kern="1200">
                <a:solidFill>
                  <a:srgbClr val="123342"/>
                </a:solidFill>
                <a:latin typeface="DejaVu Sans"/>
                <a:ea typeface="DejaVu Sans"/>
                <a:cs typeface="DejaVu Sans"/>
              </a:defRPr>
            </a:lvl5pPr>
            <a:lvl6pPr marL="2286000" algn="l" defTabSz="914400" rtl="0" eaLnBrk="1" latinLnBrk="0" hangingPunct="1">
              <a:defRPr sz="2400" b="1" kern="1200">
                <a:solidFill>
                  <a:srgbClr val="123342"/>
                </a:solidFill>
                <a:latin typeface="DejaVu Sans"/>
                <a:ea typeface="DejaVu Sans"/>
                <a:cs typeface="DejaVu Sans"/>
              </a:defRPr>
            </a:lvl6pPr>
            <a:lvl7pPr marL="2743200" algn="l" defTabSz="914400" rtl="0" eaLnBrk="1" latinLnBrk="0" hangingPunct="1">
              <a:defRPr sz="2400" b="1" kern="1200">
                <a:solidFill>
                  <a:srgbClr val="123342"/>
                </a:solidFill>
                <a:latin typeface="DejaVu Sans"/>
                <a:ea typeface="DejaVu Sans"/>
                <a:cs typeface="DejaVu Sans"/>
              </a:defRPr>
            </a:lvl7pPr>
            <a:lvl8pPr marL="3200400" algn="l" defTabSz="914400" rtl="0" eaLnBrk="1" latinLnBrk="0" hangingPunct="1">
              <a:defRPr sz="2400" b="1" kern="1200">
                <a:solidFill>
                  <a:srgbClr val="123342"/>
                </a:solidFill>
                <a:latin typeface="DejaVu Sans"/>
                <a:ea typeface="DejaVu Sans"/>
                <a:cs typeface="DejaVu Sans"/>
              </a:defRPr>
            </a:lvl8pPr>
            <a:lvl9pPr marL="3657600" algn="l" defTabSz="914400" rtl="0" eaLnBrk="1" latinLnBrk="0" hangingPunct="1">
              <a:defRPr sz="2400" b="1" kern="1200">
                <a:solidFill>
                  <a:srgbClr val="123342"/>
                </a:solidFill>
                <a:latin typeface="DejaVu Sans"/>
                <a:ea typeface="DejaVu Sans"/>
                <a:cs typeface="DejaVu Sans"/>
              </a:defRPr>
            </a:lvl9pPr>
          </a:lstStyle>
          <a:p>
            <a:pPr>
              <a:defRPr sz="2400" b="1">
                <a:solidFill>
                  <a:srgbClr val="123342"/>
                </a:solidFill>
                <a:latin typeface="DejaVu Sans"/>
                <a:ea typeface="DejaVu Sans"/>
                <a:cs typeface="DejaVu Sans"/>
              </a:defRPr>
            </a:pPr>
            <a:r>
              <a:rPr sz="2400" b="1">
                <a:solidFill>
                  <a:srgbClr val="123342"/>
                </a:solidFill>
                <a:latin typeface="DejaVu Sans"/>
                <a:ea typeface="DejaVu Sans"/>
                <a:cs typeface="DejaVu Sans"/>
              </a:rPr>
              <a:t>Waterfall</a:t>
            </a:r>
          </a:p>
        </p:txBody>
      </p:sp>
      <p:sp>
        <p:nvSpPr>
          <p:cNvPr id="6" name="text-4">
            <a:extLst>
              <a:ext uri="{FF2B5EF4-FFF2-40B4-BE49-F238E27FC236}">
                <a16:creationId xmlns:a16="http://schemas.microsoft.com/office/drawing/2014/main" id="{E9DFC628-A075-47B2-B310-5669750F0487}"/>
              </a:ext>
            </a:extLst>
          </p:cNvPr>
          <p:cNvSpPr>
            <a:spLocks noGrp="1"/>
          </p:cNvSpPr>
          <p:nvPr/>
        </p:nvSpPr>
        <p:spPr>
          <a:xfrm>
            <a:off x="5869057" y="1734584"/>
            <a:ext cx="4953000" cy="523875"/>
          </a:xfrm>
          <a:prstGeom prst="rect">
            <a:avLst/>
          </a:prstGeom>
          <a:noFill/>
          <a:ln w="0">
            <a:noFill/>
            <a:prstDash val="solid"/>
          </a:ln>
        </p:spPr>
        <p:txBody>
          <a:bodyPr lIns="0" tIns="0" rIns="0" bIns="0" anchor="t"/>
          <a:lstStyle>
            <a:defPPr>
              <a:defRPr lang="en-US" sz="2400" b="1">
                <a:solidFill>
                  <a:srgbClr val="14766E"/>
                </a:solidFill>
                <a:latin typeface="DejaVu Sans"/>
                <a:ea typeface="DejaVu Sans"/>
                <a:cs typeface="DejaVu Sans"/>
              </a:defRPr>
            </a:defPPr>
            <a:lvl1pPr marL="0" algn="l" defTabSz="914400" rtl="0" eaLnBrk="1" latinLnBrk="0" hangingPunct="1">
              <a:defRPr sz="2400" b="1" kern="1200">
                <a:solidFill>
                  <a:srgbClr val="14766E"/>
                </a:solidFill>
                <a:latin typeface="DejaVu Sans"/>
                <a:ea typeface="DejaVu Sans"/>
                <a:cs typeface="DejaVu Sans"/>
              </a:defRPr>
            </a:lvl1pPr>
            <a:lvl2pPr marL="457200" algn="l" defTabSz="914400" rtl="0" eaLnBrk="1" latinLnBrk="0" hangingPunct="1">
              <a:defRPr sz="2400" b="1" kern="1200">
                <a:solidFill>
                  <a:srgbClr val="14766E"/>
                </a:solidFill>
                <a:latin typeface="DejaVu Sans"/>
                <a:ea typeface="DejaVu Sans"/>
                <a:cs typeface="DejaVu Sans"/>
              </a:defRPr>
            </a:lvl2pPr>
            <a:lvl3pPr marL="914400" algn="l" defTabSz="914400" rtl="0" eaLnBrk="1" latinLnBrk="0" hangingPunct="1">
              <a:defRPr sz="2400" b="1" kern="1200">
                <a:solidFill>
                  <a:srgbClr val="14766E"/>
                </a:solidFill>
                <a:latin typeface="DejaVu Sans"/>
                <a:ea typeface="DejaVu Sans"/>
                <a:cs typeface="DejaVu Sans"/>
              </a:defRPr>
            </a:lvl3pPr>
            <a:lvl4pPr marL="1371600" algn="l" defTabSz="914400" rtl="0" eaLnBrk="1" latinLnBrk="0" hangingPunct="1">
              <a:defRPr sz="2400" b="1" kern="1200">
                <a:solidFill>
                  <a:srgbClr val="14766E"/>
                </a:solidFill>
                <a:latin typeface="DejaVu Sans"/>
                <a:ea typeface="DejaVu Sans"/>
                <a:cs typeface="DejaVu Sans"/>
              </a:defRPr>
            </a:lvl4pPr>
            <a:lvl5pPr marL="1828800" algn="l" defTabSz="914400" rtl="0" eaLnBrk="1" latinLnBrk="0" hangingPunct="1">
              <a:defRPr sz="2400" b="1" kern="1200">
                <a:solidFill>
                  <a:srgbClr val="14766E"/>
                </a:solidFill>
                <a:latin typeface="DejaVu Sans"/>
                <a:ea typeface="DejaVu Sans"/>
                <a:cs typeface="DejaVu Sans"/>
              </a:defRPr>
            </a:lvl5pPr>
            <a:lvl6pPr marL="2286000" algn="l" defTabSz="914400" rtl="0" eaLnBrk="1" latinLnBrk="0" hangingPunct="1">
              <a:defRPr sz="2400" b="1" kern="1200">
                <a:solidFill>
                  <a:srgbClr val="14766E"/>
                </a:solidFill>
                <a:latin typeface="DejaVu Sans"/>
                <a:ea typeface="DejaVu Sans"/>
                <a:cs typeface="DejaVu Sans"/>
              </a:defRPr>
            </a:lvl6pPr>
            <a:lvl7pPr marL="2743200" algn="l" defTabSz="914400" rtl="0" eaLnBrk="1" latinLnBrk="0" hangingPunct="1">
              <a:defRPr sz="2400" b="1" kern="1200">
                <a:solidFill>
                  <a:srgbClr val="14766E"/>
                </a:solidFill>
                <a:latin typeface="DejaVu Sans"/>
                <a:ea typeface="DejaVu Sans"/>
                <a:cs typeface="DejaVu Sans"/>
              </a:defRPr>
            </a:lvl7pPr>
            <a:lvl8pPr marL="3200400" algn="l" defTabSz="914400" rtl="0" eaLnBrk="1" latinLnBrk="0" hangingPunct="1">
              <a:defRPr sz="2400" b="1" kern="1200">
                <a:solidFill>
                  <a:srgbClr val="14766E"/>
                </a:solidFill>
                <a:latin typeface="DejaVu Sans"/>
                <a:ea typeface="DejaVu Sans"/>
                <a:cs typeface="DejaVu Sans"/>
              </a:defRPr>
            </a:lvl8pPr>
            <a:lvl9pPr marL="3657600" algn="l" defTabSz="914400" rtl="0" eaLnBrk="1" latinLnBrk="0" hangingPunct="1">
              <a:defRPr sz="2400" b="1" kern="1200">
                <a:solidFill>
                  <a:srgbClr val="14766E"/>
                </a:solidFill>
                <a:latin typeface="DejaVu Sans"/>
                <a:ea typeface="DejaVu Sans"/>
                <a:cs typeface="DejaVu Sans"/>
              </a:defRPr>
            </a:lvl9pPr>
          </a:lstStyle>
          <a:p>
            <a:pPr>
              <a:defRPr sz="2400" b="1">
                <a:solidFill>
                  <a:srgbClr val="14766E"/>
                </a:solidFill>
                <a:latin typeface="DejaVu Sans"/>
                <a:ea typeface="DejaVu Sans"/>
                <a:cs typeface="DejaVu Sans"/>
              </a:defRPr>
            </a:pPr>
            <a:r>
              <a:rPr sz="2400" b="1">
                <a:solidFill>
                  <a:srgbClr val="14766E"/>
                </a:solidFill>
                <a:latin typeface="DejaVu Sans"/>
                <a:ea typeface="DejaVu Sans"/>
                <a:cs typeface="DejaVu Sans"/>
              </a:rPr>
              <a:t>Scrum-Agile</a:t>
            </a:r>
          </a:p>
        </p:txBody>
      </p:sp>
      <p:sp>
        <p:nvSpPr>
          <p:cNvPr id="7" name="text-5">
            <a:extLst>
              <a:ext uri="{FF2B5EF4-FFF2-40B4-BE49-F238E27FC236}">
                <a16:creationId xmlns:a16="http://schemas.microsoft.com/office/drawing/2014/main" id="{8BD8378B-895A-4857-A0EB-575AC74F6716}"/>
              </a:ext>
            </a:extLst>
          </p:cNvPr>
          <p:cNvSpPr>
            <a:spLocks noGrp="1"/>
          </p:cNvSpPr>
          <p:nvPr/>
        </p:nvSpPr>
        <p:spPr>
          <a:xfrm>
            <a:off x="820807" y="2511287"/>
            <a:ext cx="5048250" cy="2286000"/>
          </a:xfrm>
          <a:prstGeom prst="rect">
            <a:avLst/>
          </a:prstGeom>
          <a:noFill/>
          <a:ln w="0">
            <a:noFill/>
            <a:prstDash val="solid"/>
          </a:ln>
        </p:spPr>
        <p:txBody>
          <a:bodyPr lIns="0" tIns="0" rIns="0" bIns="0" anchor="t"/>
          <a:lstStyle>
            <a:defPPr>
              <a:defRPr lang="en-US" sz="2175" b="0">
                <a:solidFill>
                  <a:srgbClr val="243C45"/>
                </a:solidFill>
                <a:latin typeface="DejaVu Sans"/>
                <a:ea typeface="DejaVu Sans"/>
                <a:cs typeface="DejaVu Sans"/>
              </a:defRPr>
            </a:defPPr>
            <a:lvl1pPr marL="0" algn="l" defTabSz="914400" rtl="0" eaLnBrk="1" latinLnBrk="0" hangingPunct="1">
              <a:defRPr sz="2175" b="0" kern="1200">
                <a:solidFill>
                  <a:srgbClr val="243C45"/>
                </a:solidFill>
                <a:latin typeface="DejaVu Sans"/>
                <a:ea typeface="DejaVu Sans"/>
                <a:cs typeface="DejaVu Sans"/>
              </a:defRPr>
            </a:lvl1pPr>
            <a:lvl2pPr marL="457200" algn="l" defTabSz="914400" rtl="0" eaLnBrk="1" latinLnBrk="0" hangingPunct="1">
              <a:defRPr sz="2175" b="0" kern="1200">
                <a:solidFill>
                  <a:srgbClr val="243C45"/>
                </a:solidFill>
                <a:latin typeface="DejaVu Sans"/>
                <a:ea typeface="DejaVu Sans"/>
                <a:cs typeface="DejaVu Sans"/>
              </a:defRPr>
            </a:lvl2pPr>
            <a:lvl3pPr marL="914400" algn="l" defTabSz="914400" rtl="0" eaLnBrk="1" latinLnBrk="0" hangingPunct="1">
              <a:defRPr sz="2175" b="0" kern="1200">
                <a:solidFill>
                  <a:srgbClr val="243C45"/>
                </a:solidFill>
                <a:latin typeface="DejaVu Sans"/>
                <a:ea typeface="DejaVu Sans"/>
                <a:cs typeface="DejaVu Sans"/>
              </a:defRPr>
            </a:lvl3pPr>
            <a:lvl4pPr marL="1371600" algn="l" defTabSz="914400" rtl="0" eaLnBrk="1" latinLnBrk="0" hangingPunct="1">
              <a:defRPr sz="2175" b="0" kern="1200">
                <a:solidFill>
                  <a:srgbClr val="243C45"/>
                </a:solidFill>
                <a:latin typeface="DejaVu Sans"/>
                <a:ea typeface="DejaVu Sans"/>
                <a:cs typeface="DejaVu Sans"/>
              </a:defRPr>
            </a:lvl4pPr>
            <a:lvl5pPr marL="1828800" algn="l" defTabSz="914400" rtl="0" eaLnBrk="1" latinLnBrk="0" hangingPunct="1">
              <a:defRPr sz="2175" b="0" kern="1200">
                <a:solidFill>
                  <a:srgbClr val="243C45"/>
                </a:solidFill>
                <a:latin typeface="DejaVu Sans"/>
                <a:ea typeface="DejaVu Sans"/>
                <a:cs typeface="DejaVu Sans"/>
              </a:defRPr>
            </a:lvl5pPr>
            <a:lvl6pPr marL="2286000" algn="l" defTabSz="914400" rtl="0" eaLnBrk="1" latinLnBrk="0" hangingPunct="1">
              <a:defRPr sz="2175" b="0" kern="1200">
                <a:solidFill>
                  <a:srgbClr val="243C45"/>
                </a:solidFill>
                <a:latin typeface="DejaVu Sans"/>
                <a:ea typeface="DejaVu Sans"/>
                <a:cs typeface="DejaVu Sans"/>
              </a:defRPr>
            </a:lvl6pPr>
            <a:lvl7pPr marL="2743200" algn="l" defTabSz="914400" rtl="0" eaLnBrk="1" latinLnBrk="0" hangingPunct="1">
              <a:defRPr sz="2175" b="0" kern="1200">
                <a:solidFill>
                  <a:srgbClr val="243C45"/>
                </a:solidFill>
                <a:latin typeface="DejaVu Sans"/>
                <a:ea typeface="DejaVu Sans"/>
                <a:cs typeface="DejaVu Sans"/>
              </a:defRPr>
            </a:lvl7pPr>
            <a:lvl8pPr marL="3200400" algn="l" defTabSz="914400" rtl="0" eaLnBrk="1" latinLnBrk="0" hangingPunct="1">
              <a:defRPr sz="2175" b="0" kern="1200">
                <a:solidFill>
                  <a:srgbClr val="243C45"/>
                </a:solidFill>
                <a:latin typeface="DejaVu Sans"/>
                <a:ea typeface="DejaVu Sans"/>
                <a:cs typeface="DejaVu Sans"/>
              </a:defRPr>
            </a:lvl8pPr>
            <a:lvl9pPr marL="3657600" algn="l" defTabSz="914400" rtl="0" eaLnBrk="1" latinLnBrk="0" hangingPunct="1">
              <a:defRPr sz="2175" b="0" kern="1200">
                <a:solidFill>
                  <a:srgbClr val="243C45"/>
                </a:solidFill>
                <a:latin typeface="DejaVu Sans"/>
                <a:ea typeface="DejaVu Sans"/>
                <a:cs typeface="DejaVu Sans"/>
              </a:defRPr>
            </a:lvl9pPr>
          </a:lstStyle>
          <a:p>
            <a:pPr>
              <a:defRPr sz="2175" b="0">
                <a:solidFill>
                  <a:srgbClr val="243C45"/>
                </a:solidFill>
                <a:latin typeface="DejaVu Sans"/>
                <a:ea typeface="DejaVu Sans"/>
                <a:cs typeface="DejaVu Sans"/>
              </a:defRPr>
            </a:pPr>
            <a:r>
              <a:rPr sz="2175" b="0">
                <a:solidFill>
                  <a:srgbClr val="243C45"/>
                </a:solidFill>
                <a:latin typeface="DejaVu Sans"/>
                <a:ea typeface="DejaVu Sans"/>
                <a:cs typeface="DejaVu Sans"/>
              </a:rPr>
              <a:t>Sequential development phases</a:t>
            </a:r>
          </a:p>
          <a:p>
            <a:pPr>
              <a:defRPr sz="2175" b="0">
                <a:solidFill>
                  <a:srgbClr val="243C45"/>
                </a:solidFill>
                <a:latin typeface="DejaVu Sans"/>
                <a:ea typeface="DejaVu Sans"/>
                <a:cs typeface="DejaVu Sans"/>
              </a:defRPr>
            </a:pPr>
            <a:r>
              <a:rPr sz="2175" b="0">
                <a:solidFill>
                  <a:srgbClr val="243C45"/>
                </a:solidFill>
                <a:latin typeface="DejaVu Sans"/>
                <a:ea typeface="DejaVu Sans"/>
                <a:cs typeface="DejaVu Sans"/>
              </a:rPr>
              <a:t>Detailed requirements established early</a:t>
            </a:r>
          </a:p>
          <a:p>
            <a:pPr>
              <a:defRPr sz="2175" b="0">
                <a:solidFill>
                  <a:srgbClr val="243C45"/>
                </a:solidFill>
                <a:latin typeface="DejaVu Sans"/>
                <a:ea typeface="DejaVu Sans"/>
                <a:cs typeface="DejaVu Sans"/>
              </a:defRPr>
            </a:pPr>
            <a:r>
              <a:rPr sz="2175" b="0">
                <a:solidFill>
                  <a:srgbClr val="243C45"/>
                </a:solidFill>
                <a:latin typeface="DejaVu Sans"/>
                <a:ea typeface="DejaVu Sans"/>
                <a:cs typeface="DejaVu Sans"/>
              </a:rPr>
              <a:t>Change may revisit approved work</a:t>
            </a:r>
          </a:p>
        </p:txBody>
      </p:sp>
      <p:sp>
        <p:nvSpPr>
          <p:cNvPr id="8" name="text-6">
            <a:extLst>
              <a:ext uri="{FF2B5EF4-FFF2-40B4-BE49-F238E27FC236}">
                <a16:creationId xmlns:a16="http://schemas.microsoft.com/office/drawing/2014/main" id="{016A56E8-ADDA-4491-A13A-7CA2BA442869}"/>
              </a:ext>
            </a:extLst>
          </p:cNvPr>
          <p:cNvSpPr>
            <a:spLocks noGrp="1"/>
          </p:cNvSpPr>
          <p:nvPr/>
        </p:nvSpPr>
        <p:spPr>
          <a:xfrm>
            <a:off x="6322945" y="2511287"/>
            <a:ext cx="5000625" cy="2286000"/>
          </a:xfrm>
          <a:prstGeom prst="rect">
            <a:avLst/>
          </a:prstGeom>
          <a:noFill/>
          <a:ln w="0">
            <a:noFill/>
            <a:prstDash val="solid"/>
          </a:ln>
        </p:spPr>
        <p:txBody>
          <a:bodyPr lIns="0" tIns="0" rIns="0" bIns="0" anchor="t"/>
          <a:lstStyle>
            <a:defPPr>
              <a:defRPr lang="en-US" sz="2175" b="0">
                <a:solidFill>
                  <a:srgbClr val="243C45"/>
                </a:solidFill>
                <a:latin typeface="DejaVu Sans"/>
                <a:ea typeface="DejaVu Sans"/>
                <a:cs typeface="DejaVu Sans"/>
              </a:defRPr>
            </a:defPPr>
            <a:lvl1pPr marL="0" algn="l" defTabSz="914400" rtl="0" eaLnBrk="1" latinLnBrk="0" hangingPunct="1">
              <a:defRPr sz="2175" b="0" kern="1200">
                <a:solidFill>
                  <a:srgbClr val="243C45"/>
                </a:solidFill>
                <a:latin typeface="DejaVu Sans"/>
                <a:ea typeface="DejaVu Sans"/>
                <a:cs typeface="DejaVu Sans"/>
              </a:defRPr>
            </a:lvl1pPr>
            <a:lvl2pPr marL="457200" algn="l" defTabSz="914400" rtl="0" eaLnBrk="1" latinLnBrk="0" hangingPunct="1">
              <a:defRPr sz="2175" b="0" kern="1200">
                <a:solidFill>
                  <a:srgbClr val="243C45"/>
                </a:solidFill>
                <a:latin typeface="DejaVu Sans"/>
                <a:ea typeface="DejaVu Sans"/>
                <a:cs typeface="DejaVu Sans"/>
              </a:defRPr>
            </a:lvl2pPr>
            <a:lvl3pPr marL="914400" algn="l" defTabSz="914400" rtl="0" eaLnBrk="1" latinLnBrk="0" hangingPunct="1">
              <a:defRPr sz="2175" b="0" kern="1200">
                <a:solidFill>
                  <a:srgbClr val="243C45"/>
                </a:solidFill>
                <a:latin typeface="DejaVu Sans"/>
                <a:ea typeface="DejaVu Sans"/>
                <a:cs typeface="DejaVu Sans"/>
              </a:defRPr>
            </a:lvl3pPr>
            <a:lvl4pPr marL="1371600" algn="l" defTabSz="914400" rtl="0" eaLnBrk="1" latinLnBrk="0" hangingPunct="1">
              <a:defRPr sz="2175" b="0" kern="1200">
                <a:solidFill>
                  <a:srgbClr val="243C45"/>
                </a:solidFill>
                <a:latin typeface="DejaVu Sans"/>
                <a:ea typeface="DejaVu Sans"/>
                <a:cs typeface="DejaVu Sans"/>
              </a:defRPr>
            </a:lvl4pPr>
            <a:lvl5pPr marL="1828800" algn="l" defTabSz="914400" rtl="0" eaLnBrk="1" latinLnBrk="0" hangingPunct="1">
              <a:defRPr sz="2175" b="0" kern="1200">
                <a:solidFill>
                  <a:srgbClr val="243C45"/>
                </a:solidFill>
                <a:latin typeface="DejaVu Sans"/>
                <a:ea typeface="DejaVu Sans"/>
                <a:cs typeface="DejaVu Sans"/>
              </a:defRPr>
            </a:lvl5pPr>
            <a:lvl6pPr marL="2286000" algn="l" defTabSz="914400" rtl="0" eaLnBrk="1" latinLnBrk="0" hangingPunct="1">
              <a:defRPr sz="2175" b="0" kern="1200">
                <a:solidFill>
                  <a:srgbClr val="243C45"/>
                </a:solidFill>
                <a:latin typeface="DejaVu Sans"/>
                <a:ea typeface="DejaVu Sans"/>
                <a:cs typeface="DejaVu Sans"/>
              </a:defRPr>
            </a:lvl6pPr>
            <a:lvl7pPr marL="2743200" algn="l" defTabSz="914400" rtl="0" eaLnBrk="1" latinLnBrk="0" hangingPunct="1">
              <a:defRPr sz="2175" b="0" kern="1200">
                <a:solidFill>
                  <a:srgbClr val="243C45"/>
                </a:solidFill>
                <a:latin typeface="DejaVu Sans"/>
                <a:ea typeface="DejaVu Sans"/>
                <a:cs typeface="DejaVu Sans"/>
              </a:defRPr>
            </a:lvl7pPr>
            <a:lvl8pPr marL="3200400" algn="l" defTabSz="914400" rtl="0" eaLnBrk="1" latinLnBrk="0" hangingPunct="1">
              <a:defRPr sz="2175" b="0" kern="1200">
                <a:solidFill>
                  <a:srgbClr val="243C45"/>
                </a:solidFill>
                <a:latin typeface="DejaVu Sans"/>
                <a:ea typeface="DejaVu Sans"/>
                <a:cs typeface="DejaVu Sans"/>
              </a:defRPr>
            </a:lvl8pPr>
            <a:lvl9pPr marL="3657600" algn="l" defTabSz="914400" rtl="0" eaLnBrk="1" latinLnBrk="0" hangingPunct="1">
              <a:defRPr sz="2175" b="0" kern="1200">
                <a:solidFill>
                  <a:srgbClr val="243C45"/>
                </a:solidFill>
                <a:latin typeface="DejaVu Sans"/>
                <a:ea typeface="DejaVu Sans"/>
                <a:cs typeface="DejaVu Sans"/>
              </a:defRPr>
            </a:lvl9pPr>
          </a:lstStyle>
          <a:p>
            <a:pPr>
              <a:defRPr sz="2175" b="0">
                <a:solidFill>
                  <a:srgbClr val="243C45"/>
                </a:solidFill>
                <a:latin typeface="DejaVu Sans"/>
                <a:ea typeface="DejaVu Sans"/>
                <a:cs typeface="DejaVu Sans"/>
              </a:defRPr>
            </a:pPr>
            <a:r>
              <a:rPr sz="2175" b="0">
                <a:solidFill>
                  <a:srgbClr val="243C45"/>
                </a:solidFill>
                <a:latin typeface="DejaVu Sans"/>
                <a:ea typeface="DejaVu Sans"/>
                <a:cs typeface="DejaVu Sans"/>
              </a:rPr>
              <a:t>Repeated planning and feedback</a:t>
            </a:r>
          </a:p>
          <a:p>
            <a:pPr>
              <a:defRPr sz="2175" b="0">
                <a:solidFill>
                  <a:srgbClr val="243C45"/>
                </a:solidFill>
                <a:latin typeface="DejaVu Sans"/>
                <a:ea typeface="DejaVu Sans"/>
                <a:cs typeface="DejaVu Sans"/>
              </a:defRPr>
            </a:pPr>
            <a:r>
              <a:rPr sz="2175" b="0">
                <a:solidFill>
                  <a:srgbClr val="243C45"/>
                </a:solidFill>
                <a:latin typeface="DejaVu Sans"/>
                <a:ea typeface="DejaVu Sans"/>
                <a:cs typeface="DejaVu Sans"/>
              </a:rPr>
              <a:t>Details refined as work approaches</a:t>
            </a:r>
          </a:p>
          <a:p>
            <a:pPr>
              <a:defRPr sz="2175" b="0">
                <a:solidFill>
                  <a:srgbClr val="243C45"/>
                </a:solidFill>
                <a:latin typeface="DejaVu Sans"/>
                <a:ea typeface="DejaVu Sans"/>
                <a:cs typeface="DejaVu Sans"/>
              </a:defRPr>
            </a:pPr>
            <a:r>
              <a:rPr sz="2175" b="0">
                <a:solidFill>
                  <a:srgbClr val="243C45"/>
                </a:solidFill>
                <a:latin typeface="DejaVu Sans"/>
                <a:ea typeface="DejaVu Sans"/>
                <a:cs typeface="DejaVu Sans"/>
              </a:rPr>
              <a:t>Change informs upcoming priorities</a:t>
            </a:r>
          </a:p>
        </p:txBody>
      </p:sp>
      <p:sp>
        <p:nvSpPr>
          <p:cNvPr id="9" name="text-7">
            <a:extLst>
              <a:ext uri="{FF2B5EF4-FFF2-40B4-BE49-F238E27FC236}">
                <a16:creationId xmlns:a16="http://schemas.microsoft.com/office/drawing/2014/main" id="{9CBCB451-637F-4528-B636-2225CD96E57F}"/>
              </a:ext>
            </a:extLst>
          </p:cNvPr>
          <p:cNvSpPr>
            <a:spLocks noGrp="1"/>
          </p:cNvSpPr>
          <p:nvPr/>
        </p:nvSpPr>
        <p:spPr>
          <a:xfrm>
            <a:off x="619125" y="5312051"/>
            <a:ext cx="10906125" cy="523875"/>
          </a:xfrm>
          <a:prstGeom prst="rect">
            <a:avLst/>
          </a:prstGeom>
          <a:noFill/>
          <a:ln w="0">
            <a:noFill/>
            <a:prstDash val="solid"/>
          </a:ln>
        </p:spPr>
        <p:txBody>
          <a:bodyPr lIns="0" tIns="0" rIns="0" bIns="0" anchor="t"/>
          <a:lstStyle>
            <a:defPPr>
              <a:defRPr lang="en-US" sz="1950" b="0">
                <a:solidFill>
                  <a:srgbClr val="53656A"/>
                </a:solidFill>
                <a:latin typeface="DejaVu Sans"/>
                <a:ea typeface="DejaVu Sans"/>
                <a:cs typeface="DejaVu Sans"/>
              </a:defRPr>
            </a:defPPr>
            <a:lvl1pPr marL="0" algn="l" defTabSz="914400" rtl="0" eaLnBrk="1" latinLnBrk="0" hangingPunct="1">
              <a:defRPr sz="1950" b="0" kern="1200">
                <a:solidFill>
                  <a:srgbClr val="53656A"/>
                </a:solidFill>
                <a:latin typeface="DejaVu Sans"/>
                <a:ea typeface="DejaVu Sans"/>
                <a:cs typeface="DejaVu Sans"/>
              </a:defRPr>
            </a:lvl1pPr>
            <a:lvl2pPr marL="457200" algn="l" defTabSz="914400" rtl="0" eaLnBrk="1" latinLnBrk="0" hangingPunct="1">
              <a:defRPr sz="1950" b="0" kern="1200">
                <a:solidFill>
                  <a:srgbClr val="53656A"/>
                </a:solidFill>
                <a:latin typeface="DejaVu Sans"/>
                <a:ea typeface="DejaVu Sans"/>
                <a:cs typeface="DejaVu Sans"/>
              </a:defRPr>
            </a:lvl2pPr>
            <a:lvl3pPr marL="914400" algn="l" defTabSz="914400" rtl="0" eaLnBrk="1" latinLnBrk="0" hangingPunct="1">
              <a:defRPr sz="1950" b="0" kern="1200">
                <a:solidFill>
                  <a:srgbClr val="53656A"/>
                </a:solidFill>
                <a:latin typeface="DejaVu Sans"/>
                <a:ea typeface="DejaVu Sans"/>
                <a:cs typeface="DejaVu Sans"/>
              </a:defRPr>
            </a:lvl3pPr>
            <a:lvl4pPr marL="1371600" algn="l" defTabSz="914400" rtl="0" eaLnBrk="1" latinLnBrk="0" hangingPunct="1">
              <a:defRPr sz="1950" b="0" kern="1200">
                <a:solidFill>
                  <a:srgbClr val="53656A"/>
                </a:solidFill>
                <a:latin typeface="DejaVu Sans"/>
                <a:ea typeface="DejaVu Sans"/>
                <a:cs typeface="DejaVu Sans"/>
              </a:defRPr>
            </a:lvl4pPr>
            <a:lvl5pPr marL="1828800" algn="l" defTabSz="914400" rtl="0" eaLnBrk="1" latinLnBrk="0" hangingPunct="1">
              <a:defRPr sz="1950" b="0" kern="1200">
                <a:solidFill>
                  <a:srgbClr val="53656A"/>
                </a:solidFill>
                <a:latin typeface="DejaVu Sans"/>
                <a:ea typeface="DejaVu Sans"/>
                <a:cs typeface="DejaVu Sans"/>
              </a:defRPr>
            </a:lvl5pPr>
            <a:lvl6pPr marL="2286000" algn="l" defTabSz="914400" rtl="0" eaLnBrk="1" latinLnBrk="0" hangingPunct="1">
              <a:defRPr sz="1950" b="0" kern="1200">
                <a:solidFill>
                  <a:srgbClr val="53656A"/>
                </a:solidFill>
                <a:latin typeface="DejaVu Sans"/>
                <a:ea typeface="DejaVu Sans"/>
                <a:cs typeface="DejaVu Sans"/>
              </a:defRPr>
            </a:lvl6pPr>
            <a:lvl7pPr marL="2743200" algn="l" defTabSz="914400" rtl="0" eaLnBrk="1" latinLnBrk="0" hangingPunct="1">
              <a:defRPr sz="1950" b="0" kern="1200">
                <a:solidFill>
                  <a:srgbClr val="53656A"/>
                </a:solidFill>
                <a:latin typeface="DejaVu Sans"/>
                <a:ea typeface="DejaVu Sans"/>
                <a:cs typeface="DejaVu Sans"/>
              </a:defRPr>
            </a:lvl7pPr>
            <a:lvl8pPr marL="3200400" algn="l" defTabSz="914400" rtl="0" eaLnBrk="1" latinLnBrk="0" hangingPunct="1">
              <a:defRPr sz="1950" b="0" kern="1200">
                <a:solidFill>
                  <a:srgbClr val="53656A"/>
                </a:solidFill>
                <a:latin typeface="DejaVu Sans"/>
                <a:ea typeface="DejaVu Sans"/>
                <a:cs typeface="DejaVu Sans"/>
              </a:defRPr>
            </a:lvl8pPr>
            <a:lvl9pPr marL="3657600" algn="l" defTabSz="914400" rtl="0" eaLnBrk="1" latinLnBrk="0" hangingPunct="1">
              <a:defRPr sz="1950" b="0" kern="1200">
                <a:solidFill>
                  <a:srgbClr val="53656A"/>
                </a:solidFill>
                <a:latin typeface="DejaVu Sans"/>
                <a:ea typeface="DejaVu Sans"/>
                <a:cs typeface="DejaVu Sans"/>
              </a:defRPr>
            </a:lvl9pPr>
          </a:lstStyle>
          <a:p>
            <a:pPr>
              <a:defRPr sz="1950" b="0">
                <a:solidFill>
                  <a:srgbClr val="53656A"/>
                </a:solidFill>
                <a:latin typeface="DejaVu Sans"/>
                <a:ea typeface="DejaVu Sans"/>
                <a:cs typeface="DejaVu Sans"/>
              </a:defRPr>
            </a:pPr>
            <a:r>
              <a:rPr sz="1950" b="0">
                <a:solidFill>
                  <a:srgbClr val="53656A"/>
                </a:solidFill>
                <a:latin typeface="DejaVu Sans"/>
                <a:ea typeface="DejaVu Sans"/>
                <a:cs typeface="DejaVu Sans"/>
              </a:rPr>
              <a:t>Wellness change: both approaches require impact analysis and testing</a:t>
            </a:r>
          </a:p>
        </p:txBody>
      </p:sp>
      <p:sp>
        <p:nvSpPr>
          <p:cNvPr id="10" name="text-1">
            <a:extLst>
              <a:ext uri="{FF2B5EF4-FFF2-40B4-BE49-F238E27FC236}">
                <a16:creationId xmlns:a16="http://schemas.microsoft.com/office/drawing/2014/main" id="{D299B55E-16FA-4A1E-9A50-D6FE15906CEC}"/>
              </a:ext>
            </a:extLst>
          </p:cNvPr>
          <p:cNvSpPr>
            <a:spLocks noGrp="1"/>
          </p:cNvSpPr>
          <p:nvPr/>
        </p:nvSpPr>
        <p:spPr>
          <a:xfrm>
            <a:off x="820807" y="6007790"/>
            <a:ext cx="3353628" cy="342900"/>
          </a:xfrm>
          <a:prstGeom prst="rect">
            <a:avLst/>
          </a:prstGeom>
          <a:noFill/>
          <a:ln w="0">
            <a:noFill/>
            <a:prstDash val="solid"/>
          </a:ln>
        </p:spPr>
        <p:txBody>
          <a:bodyPr lIns="0" tIns="0" rIns="0" bIns="0" anchor="t"/>
          <a:lstStyle>
            <a:defPPr>
              <a:defRPr lang="en-US" sz="1200" b="0">
                <a:solidFill>
                  <a:srgbClr val="53656A"/>
                </a:solidFill>
                <a:latin typeface="DejaVu Sans"/>
                <a:ea typeface="DejaVu Sans"/>
                <a:cs typeface="DejaVu Sans"/>
              </a:defRPr>
            </a:defPPr>
            <a:lvl1pPr marL="0" algn="l" defTabSz="914400" rtl="0" eaLnBrk="1" latinLnBrk="0" hangingPunct="1">
              <a:defRPr sz="1200" b="0" kern="1200">
                <a:solidFill>
                  <a:srgbClr val="53656A"/>
                </a:solidFill>
                <a:latin typeface="DejaVu Sans"/>
                <a:ea typeface="DejaVu Sans"/>
                <a:cs typeface="DejaVu Sans"/>
              </a:defRPr>
            </a:lvl1pPr>
            <a:lvl2pPr marL="457200" algn="l" defTabSz="914400" rtl="0" eaLnBrk="1" latinLnBrk="0" hangingPunct="1">
              <a:defRPr sz="1200" b="0" kern="1200">
                <a:solidFill>
                  <a:srgbClr val="53656A"/>
                </a:solidFill>
                <a:latin typeface="DejaVu Sans"/>
                <a:ea typeface="DejaVu Sans"/>
                <a:cs typeface="DejaVu Sans"/>
              </a:defRPr>
            </a:lvl2pPr>
            <a:lvl3pPr marL="914400" algn="l" defTabSz="914400" rtl="0" eaLnBrk="1" latinLnBrk="0" hangingPunct="1">
              <a:defRPr sz="1200" b="0" kern="1200">
                <a:solidFill>
                  <a:srgbClr val="53656A"/>
                </a:solidFill>
                <a:latin typeface="DejaVu Sans"/>
                <a:ea typeface="DejaVu Sans"/>
                <a:cs typeface="DejaVu Sans"/>
              </a:defRPr>
            </a:lvl3pPr>
            <a:lvl4pPr marL="1371600" algn="l" defTabSz="914400" rtl="0" eaLnBrk="1" latinLnBrk="0" hangingPunct="1">
              <a:defRPr sz="1200" b="0" kern="1200">
                <a:solidFill>
                  <a:srgbClr val="53656A"/>
                </a:solidFill>
                <a:latin typeface="DejaVu Sans"/>
                <a:ea typeface="DejaVu Sans"/>
                <a:cs typeface="DejaVu Sans"/>
              </a:defRPr>
            </a:lvl4pPr>
            <a:lvl5pPr marL="1828800" algn="l" defTabSz="914400" rtl="0" eaLnBrk="1" latinLnBrk="0" hangingPunct="1">
              <a:defRPr sz="1200" b="0" kern="1200">
                <a:solidFill>
                  <a:srgbClr val="53656A"/>
                </a:solidFill>
                <a:latin typeface="DejaVu Sans"/>
                <a:ea typeface="DejaVu Sans"/>
                <a:cs typeface="DejaVu Sans"/>
              </a:defRPr>
            </a:lvl5pPr>
            <a:lvl6pPr marL="2286000" algn="l" defTabSz="914400" rtl="0" eaLnBrk="1" latinLnBrk="0" hangingPunct="1">
              <a:defRPr sz="1200" b="0" kern="1200">
                <a:solidFill>
                  <a:srgbClr val="53656A"/>
                </a:solidFill>
                <a:latin typeface="DejaVu Sans"/>
                <a:ea typeface="DejaVu Sans"/>
                <a:cs typeface="DejaVu Sans"/>
              </a:defRPr>
            </a:lvl6pPr>
            <a:lvl7pPr marL="2743200" algn="l" defTabSz="914400" rtl="0" eaLnBrk="1" latinLnBrk="0" hangingPunct="1">
              <a:defRPr sz="1200" b="0" kern="1200">
                <a:solidFill>
                  <a:srgbClr val="53656A"/>
                </a:solidFill>
                <a:latin typeface="DejaVu Sans"/>
                <a:ea typeface="DejaVu Sans"/>
                <a:cs typeface="DejaVu Sans"/>
              </a:defRPr>
            </a:lvl7pPr>
            <a:lvl8pPr marL="3200400" algn="l" defTabSz="914400" rtl="0" eaLnBrk="1" latinLnBrk="0" hangingPunct="1">
              <a:defRPr sz="1200" b="0" kern="1200">
                <a:solidFill>
                  <a:srgbClr val="53656A"/>
                </a:solidFill>
                <a:latin typeface="DejaVu Sans"/>
                <a:ea typeface="DejaVu Sans"/>
                <a:cs typeface="DejaVu Sans"/>
              </a:defRPr>
            </a:lvl8pPr>
            <a:lvl9pPr marL="3657600" algn="l" defTabSz="914400" rtl="0" eaLnBrk="1" latinLnBrk="0" hangingPunct="1">
              <a:defRPr sz="1200" b="0" kern="1200">
                <a:solidFill>
                  <a:srgbClr val="53656A"/>
                </a:solidFill>
                <a:latin typeface="DejaVu Sans"/>
                <a:ea typeface="DejaVu Sans"/>
                <a:cs typeface="DejaVu Sans"/>
              </a:defRPr>
            </a:lvl9pPr>
          </a:lstStyle>
          <a:p>
            <a:pPr>
              <a:defRPr sz="1200" b="0">
                <a:solidFill>
                  <a:srgbClr val="53656A"/>
                </a:solidFill>
                <a:latin typeface="DejaVu Sans"/>
                <a:ea typeface="DejaVu Sans"/>
                <a:cs typeface="DejaVu Sans"/>
              </a:defRPr>
            </a:pPr>
            <a:r>
              <a:rPr sz="1200" b="0">
                <a:solidFill>
                  <a:srgbClr val="53656A"/>
                </a:solidFill>
                <a:latin typeface="DejaVu Sans"/>
                <a:ea typeface="DejaVu Sans"/>
                <a:cs typeface="DejaVu Sans"/>
              </a:rPr>
              <a:t>(Atlassian, 2024; Jackson et al., n.d.)</a:t>
            </a:r>
          </a:p>
        </p:txBody>
      </p:sp>
    </p:spTree>
    <p:extLst>
      <p:ext uri="{BB962C8B-B14F-4D97-AF65-F5344CB8AC3E}">
        <p14:creationId xmlns:p14="http://schemas.microsoft.com/office/powerpoint/2010/main" val="3939719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D31C6EAF-DB92-5861-8CDE-8B7AB321D6AA}"/>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3079" r="18808"/>
          <a:stretch>
            <a:fillRect/>
          </a:stretch>
        </p:blipFill>
        <p:spPr>
          <a:xfrm>
            <a:off x="6515100" y="10"/>
            <a:ext cx="5676900" cy="6857990"/>
          </a:xfrm>
          <a:prstGeom prst="rect">
            <a:avLst/>
          </a:prstGeom>
          <a:noFill/>
        </p:spPr>
      </p:pic>
      <p:sp>
        <p:nvSpPr>
          <p:cNvPr id="6" name="text-0">
            <a:extLst>
              <a:ext uri="{FF2B5EF4-FFF2-40B4-BE49-F238E27FC236}">
                <a16:creationId xmlns:a16="http://schemas.microsoft.com/office/drawing/2014/main" id="{CB58560E-C665-45FA-9E9E-3E5BFD3D11F6}"/>
              </a:ext>
            </a:extLst>
          </p:cNvPr>
          <p:cNvSpPr>
            <a:spLocks noGrp="1"/>
          </p:cNvSpPr>
          <p:nvPr/>
        </p:nvSpPr>
        <p:spPr>
          <a:xfrm>
            <a:off x="605873" y="803206"/>
            <a:ext cx="5331101" cy="904875"/>
          </a:xfrm>
          <a:prstGeom prst="rect">
            <a:avLst/>
          </a:prstGeom>
          <a:noFill/>
          <a:ln w="0">
            <a:noFill/>
            <a:prstDash val="solid"/>
          </a:ln>
        </p:spPr>
        <p:txBody>
          <a:bodyPr lIns="0" tIns="0" rIns="0" bIns="0" anchor="t"/>
          <a:lstStyle>
            <a:defPPr>
              <a:defRPr lang="en-US" sz="3225" b="1">
                <a:solidFill>
                  <a:srgbClr val="123342"/>
                </a:solidFill>
                <a:latin typeface="DejaVu Sans"/>
                <a:ea typeface="DejaVu Sans"/>
                <a:cs typeface="DejaVu Sans"/>
              </a:defRPr>
            </a:defPPr>
            <a:lvl1pPr marL="0" algn="l" defTabSz="914400" rtl="0" eaLnBrk="1" latinLnBrk="0" hangingPunct="1">
              <a:defRPr sz="3225" b="1" kern="1200">
                <a:solidFill>
                  <a:srgbClr val="123342"/>
                </a:solidFill>
                <a:latin typeface="DejaVu Sans"/>
                <a:ea typeface="DejaVu Sans"/>
                <a:cs typeface="DejaVu Sans"/>
              </a:defRPr>
            </a:lvl1pPr>
            <a:lvl2pPr marL="457200" algn="l" defTabSz="914400" rtl="0" eaLnBrk="1" latinLnBrk="0" hangingPunct="1">
              <a:defRPr sz="3225" b="1" kern="1200">
                <a:solidFill>
                  <a:srgbClr val="123342"/>
                </a:solidFill>
                <a:latin typeface="DejaVu Sans"/>
                <a:ea typeface="DejaVu Sans"/>
                <a:cs typeface="DejaVu Sans"/>
              </a:defRPr>
            </a:lvl2pPr>
            <a:lvl3pPr marL="914400" algn="l" defTabSz="914400" rtl="0" eaLnBrk="1" latinLnBrk="0" hangingPunct="1">
              <a:defRPr sz="3225" b="1" kern="1200">
                <a:solidFill>
                  <a:srgbClr val="123342"/>
                </a:solidFill>
                <a:latin typeface="DejaVu Sans"/>
                <a:ea typeface="DejaVu Sans"/>
                <a:cs typeface="DejaVu Sans"/>
              </a:defRPr>
            </a:lvl3pPr>
            <a:lvl4pPr marL="1371600" algn="l" defTabSz="914400" rtl="0" eaLnBrk="1" latinLnBrk="0" hangingPunct="1">
              <a:defRPr sz="3225" b="1" kern="1200">
                <a:solidFill>
                  <a:srgbClr val="123342"/>
                </a:solidFill>
                <a:latin typeface="DejaVu Sans"/>
                <a:ea typeface="DejaVu Sans"/>
                <a:cs typeface="DejaVu Sans"/>
              </a:defRPr>
            </a:lvl4pPr>
            <a:lvl5pPr marL="1828800" algn="l" defTabSz="914400" rtl="0" eaLnBrk="1" latinLnBrk="0" hangingPunct="1">
              <a:defRPr sz="3225" b="1" kern="1200">
                <a:solidFill>
                  <a:srgbClr val="123342"/>
                </a:solidFill>
                <a:latin typeface="DejaVu Sans"/>
                <a:ea typeface="DejaVu Sans"/>
                <a:cs typeface="DejaVu Sans"/>
              </a:defRPr>
            </a:lvl5pPr>
            <a:lvl6pPr marL="2286000" algn="l" defTabSz="914400" rtl="0" eaLnBrk="1" latinLnBrk="0" hangingPunct="1">
              <a:defRPr sz="3225" b="1" kern="1200">
                <a:solidFill>
                  <a:srgbClr val="123342"/>
                </a:solidFill>
                <a:latin typeface="DejaVu Sans"/>
                <a:ea typeface="DejaVu Sans"/>
                <a:cs typeface="DejaVu Sans"/>
              </a:defRPr>
            </a:lvl6pPr>
            <a:lvl7pPr marL="2743200" algn="l" defTabSz="914400" rtl="0" eaLnBrk="1" latinLnBrk="0" hangingPunct="1">
              <a:defRPr sz="3225" b="1" kern="1200">
                <a:solidFill>
                  <a:srgbClr val="123342"/>
                </a:solidFill>
                <a:latin typeface="DejaVu Sans"/>
                <a:ea typeface="DejaVu Sans"/>
                <a:cs typeface="DejaVu Sans"/>
              </a:defRPr>
            </a:lvl7pPr>
            <a:lvl8pPr marL="3200400" algn="l" defTabSz="914400" rtl="0" eaLnBrk="1" latinLnBrk="0" hangingPunct="1">
              <a:defRPr sz="3225" b="1" kern="1200">
                <a:solidFill>
                  <a:srgbClr val="123342"/>
                </a:solidFill>
                <a:latin typeface="DejaVu Sans"/>
                <a:ea typeface="DejaVu Sans"/>
                <a:cs typeface="DejaVu Sans"/>
              </a:defRPr>
            </a:lvl8pPr>
            <a:lvl9pPr marL="3657600" algn="l" defTabSz="914400" rtl="0" eaLnBrk="1" latinLnBrk="0" hangingPunct="1">
              <a:defRPr sz="3225" b="1" kern="1200">
                <a:solidFill>
                  <a:srgbClr val="123342"/>
                </a:solidFill>
                <a:latin typeface="DejaVu Sans"/>
                <a:ea typeface="DejaVu Sans"/>
                <a:cs typeface="DejaVu Sans"/>
              </a:defRPr>
            </a:lvl9pPr>
          </a:lstStyle>
          <a:p>
            <a:pPr>
              <a:defRPr sz="3225" b="1">
                <a:solidFill>
                  <a:srgbClr val="123342"/>
                </a:solidFill>
                <a:latin typeface="DejaVu Sans"/>
                <a:ea typeface="DejaVu Sans"/>
                <a:cs typeface="DejaVu Sans"/>
              </a:defRPr>
            </a:pPr>
            <a:r>
              <a:rPr sz="3225" b="1">
                <a:solidFill>
                  <a:srgbClr val="123342"/>
                </a:solidFill>
                <a:latin typeface="DejaVu Sans"/>
                <a:ea typeface="DejaVu Sans"/>
                <a:cs typeface="DejaVu Sans"/>
              </a:rPr>
              <a:t>Choosing an approach</a:t>
            </a:r>
          </a:p>
        </p:txBody>
      </p:sp>
      <p:sp>
        <p:nvSpPr>
          <p:cNvPr id="7" name="text-3">
            <a:extLst>
              <a:ext uri="{FF2B5EF4-FFF2-40B4-BE49-F238E27FC236}">
                <a16:creationId xmlns:a16="http://schemas.microsoft.com/office/drawing/2014/main" id="{137FB0DB-A59F-45A9-A6DD-51BFA773B6D5}"/>
              </a:ext>
            </a:extLst>
          </p:cNvPr>
          <p:cNvSpPr>
            <a:spLocks noGrp="1"/>
          </p:cNvSpPr>
          <p:nvPr/>
        </p:nvSpPr>
        <p:spPr>
          <a:xfrm>
            <a:off x="304594" y="1446143"/>
            <a:ext cx="2398850" cy="523875"/>
          </a:xfrm>
          <a:prstGeom prst="rect">
            <a:avLst/>
          </a:prstGeom>
          <a:noFill/>
          <a:ln w="0">
            <a:noFill/>
            <a:prstDash val="solid"/>
          </a:ln>
        </p:spPr>
        <p:txBody>
          <a:bodyPr lIns="0" tIns="0" rIns="0" bIns="0" anchor="t"/>
          <a:lstStyle>
            <a:defPPr>
              <a:defRPr lang="en-US" sz="2025" b="1">
                <a:solidFill>
                  <a:srgbClr val="14766E"/>
                </a:solidFill>
                <a:latin typeface="DejaVu Sans"/>
                <a:ea typeface="DejaVu Sans"/>
                <a:cs typeface="DejaVu Sans"/>
              </a:defRPr>
            </a:defPPr>
            <a:lvl1pPr marL="0" algn="l" defTabSz="914400" rtl="0" eaLnBrk="1" latinLnBrk="0" hangingPunct="1">
              <a:defRPr sz="2025" b="1" kern="1200">
                <a:solidFill>
                  <a:srgbClr val="14766E"/>
                </a:solidFill>
                <a:latin typeface="DejaVu Sans"/>
                <a:ea typeface="DejaVu Sans"/>
                <a:cs typeface="DejaVu Sans"/>
              </a:defRPr>
            </a:lvl1pPr>
            <a:lvl2pPr marL="457200" algn="l" defTabSz="914400" rtl="0" eaLnBrk="1" latinLnBrk="0" hangingPunct="1">
              <a:defRPr sz="2025" b="1" kern="1200">
                <a:solidFill>
                  <a:srgbClr val="14766E"/>
                </a:solidFill>
                <a:latin typeface="DejaVu Sans"/>
                <a:ea typeface="DejaVu Sans"/>
                <a:cs typeface="DejaVu Sans"/>
              </a:defRPr>
            </a:lvl2pPr>
            <a:lvl3pPr marL="914400" algn="l" defTabSz="914400" rtl="0" eaLnBrk="1" latinLnBrk="0" hangingPunct="1">
              <a:defRPr sz="2025" b="1" kern="1200">
                <a:solidFill>
                  <a:srgbClr val="14766E"/>
                </a:solidFill>
                <a:latin typeface="DejaVu Sans"/>
                <a:ea typeface="DejaVu Sans"/>
                <a:cs typeface="DejaVu Sans"/>
              </a:defRPr>
            </a:lvl3pPr>
            <a:lvl4pPr marL="1371600" algn="l" defTabSz="914400" rtl="0" eaLnBrk="1" latinLnBrk="0" hangingPunct="1">
              <a:defRPr sz="2025" b="1" kern="1200">
                <a:solidFill>
                  <a:srgbClr val="14766E"/>
                </a:solidFill>
                <a:latin typeface="DejaVu Sans"/>
                <a:ea typeface="DejaVu Sans"/>
                <a:cs typeface="DejaVu Sans"/>
              </a:defRPr>
            </a:lvl4pPr>
            <a:lvl5pPr marL="1828800" algn="l" defTabSz="914400" rtl="0" eaLnBrk="1" latinLnBrk="0" hangingPunct="1">
              <a:defRPr sz="2025" b="1" kern="1200">
                <a:solidFill>
                  <a:srgbClr val="14766E"/>
                </a:solidFill>
                <a:latin typeface="DejaVu Sans"/>
                <a:ea typeface="DejaVu Sans"/>
                <a:cs typeface="DejaVu Sans"/>
              </a:defRPr>
            </a:lvl5pPr>
            <a:lvl6pPr marL="2286000" algn="l" defTabSz="914400" rtl="0" eaLnBrk="1" latinLnBrk="0" hangingPunct="1">
              <a:defRPr sz="2025" b="1" kern="1200">
                <a:solidFill>
                  <a:srgbClr val="14766E"/>
                </a:solidFill>
                <a:latin typeface="DejaVu Sans"/>
                <a:ea typeface="DejaVu Sans"/>
                <a:cs typeface="DejaVu Sans"/>
              </a:defRPr>
            </a:lvl6pPr>
            <a:lvl7pPr marL="2743200" algn="l" defTabSz="914400" rtl="0" eaLnBrk="1" latinLnBrk="0" hangingPunct="1">
              <a:defRPr sz="2025" b="1" kern="1200">
                <a:solidFill>
                  <a:srgbClr val="14766E"/>
                </a:solidFill>
                <a:latin typeface="DejaVu Sans"/>
                <a:ea typeface="DejaVu Sans"/>
                <a:cs typeface="DejaVu Sans"/>
              </a:defRPr>
            </a:lvl7pPr>
            <a:lvl8pPr marL="3200400" algn="l" defTabSz="914400" rtl="0" eaLnBrk="1" latinLnBrk="0" hangingPunct="1">
              <a:defRPr sz="2025" b="1" kern="1200">
                <a:solidFill>
                  <a:srgbClr val="14766E"/>
                </a:solidFill>
                <a:latin typeface="DejaVu Sans"/>
                <a:ea typeface="DejaVu Sans"/>
                <a:cs typeface="DejaVu Sans"/>
              </a:defRPr>
            </a:lvl8pPr>
            <a:lvl9pPr marL="3657600" algn="l" defTabSz="914400" rtl="0" eaLnBrk="1" latinLnBrk="0" hangingPunct="1">
              <a:defRPr sz="2025" b="1" kern="1200">
                <a:solidFill>
                  <a:srgbClr val="14766E"/>
                </a:solidFill>
                <a:latin typeface="DejaVu Sans"/>
                <a:ea typeface="DejaVu Sans"/>
                <a:cs typeface="DejaVu Sans"/>
              </a:defRPr>
            </a:lvl9pPr>
          </a:lstStyle>
          <a:p>
            <a:pPr>
              <a:defRPr sz="2025" b="1">
                <a:solidFill>
                  <a:srgbClr val="14766E"/>
                </a:solidFill>
                <a:latin typeface="DejaVu Sans"/>
                <a:ea typeface="DejaVu Sans"/>
                <a:cs typeface="DejaVu Sans"/>
              </a:defRPr>
            </a:pPr>
            <a:r>
              <a:rPr sz="2025" b="1">
                <a:solidFill>
                  <a:srgbClr val="14766E"/>
                </a:solidFill>
                <a:latin typeface="DejaVu Sans"/>
                <a:ea typeface="DejaVu Sans"/>
                <a:cs typeface="DejaVu Sans"/>
              </a:rPr>
              <a:t>Requirement stability</a:t>
            </a:r>
          </a:p>
        </p:txBody>
      </p:sp>
      <p:sp>
        <p:nvSpPr>
          <p:cNvPr id="9" name="text-4">
            <a:extLst>
              <a:ext uri="{FF2B5EF4-FFF2-40B4-BE49-F238E27FC236}">
                <a16:creationId xmlns:a16="http://schemas.microsoft.com/office/drawing/2014/main" id="{D4F53C3A-853B-4B83-9FB8-6B4920E27643}"/>
              </a:ext>
            </a:extLst>
          </p:cNvPr>
          <p:cNvSpPr>
            <a:spLocks noGrp="1"/>
          </p:cNvSpPr>
          <p:nvPr/>
        </p:nvSpPr>
        <p:spPr>
          <a:xfrm>
            <a:off x="2703444" y="1446143"/>
            <a:ext cx="3811656" cy="714375"/>
          </a:xfrm>
          <a:prstGeom prst="rect">
            <a:avLst/>
          </a:prstGeom>
          <a:noFill/>
          <a:ln w="0">
            <a:noFill/>
            <a:prstDash val="solid"/>
          </a:ln>
        </p:spPr>
        <p:txBody>
          <a:bodyPr lIns="0" tIns="0" rIns="0" bIns="0" anchor="t"/>
          <a:lstStyle>
            <a:defPPr>
              <a:defRPr lang="en-US" sz="2025" b="0">
                <a:solidFill>
                  <a:srgbClr val="243C45"/>
                </a:solidFill>
                <a:latin typeface="DejaVu Sans"/>
                <a:ea typeface="DejaVu Sans"/>
                <a:cs typeface="DejaVu Sans"/>
              </a:defRPr>
            </a:defPPr>
            <a:lvl1pPr marL="0" algn="l" defTabSz="914400" rtl="0" eaLnBrk="1" latinLnBrk="0" hangingPunct="1">
              <a:defRPr sz="2025" b="0" kern="1200">
                <a:solidFill>
                  <a:srgbClr val="243C45"/>
                </a:solidFill>
                <a:latin typeface="DejaVu Sans"/>
                <a:ea typeface="DejaVu Sans"/>
                <a:cs typeface="DejaVu Sans"/>
              </a:defRPr>
            </a:lvl1pPr>
            <a:lvl2pPr marL="457200" algn="l" defTabSz="914400" rtl="0" eaLnBrk="1" latinLnBrk="0" hangingPunct="1">
              <a:defRPr sz="2025" b="0" kern="1200">
                <a:solidFill>
                  <a:srgbClr val="243C45"/>
                </a:solidFill>
                <a:latin typeface="DejaVu Sans"/>
                <a:ea typeface="DejaVu Sans"/>
                <a:cs typeface="DejaVu Sans"/>
              </a:defRPr>
            </a:lvl2pPr>
            <a:lvl3pPr marL="914400" algn="l" defTabSz="914400" rtl="0" eaLnBrk="1" latinLnBrk="0" hangingPunct="1">
              <a:defRPr sz="2025" b="0" kern="1200">
                <a:solidFill>
                  <a:srgbClr val="243C45"/>
                </a:solidFill>
                <a:latin typeface="DejaVu Sans"/>
                <a:ea typeface="DejaVu Sans"/>
                <a:cs typeface="DejaVu Sans"/>
              </a:defRPr>
            </a:lvl3pPr>
            <a:lvl4pPr marL="1371600" algn="l" defTabSz="914400" rtl="0" eaLnBrk="1" latinLnBrk="0" hangingPunct="1">
              <a:defRPr sz="2025" b="0" kern="1200">
                <a:solidFill>
                  <a:srgbClr val="243C45"/>
                </a:solidFill>
                <a:latin typeface="DejaVu Sans"/>
                <a:ea typeface="DejaVu Sans"/>
                <a:cs typeface="DejaVu Sans"/>
              </a:defRPr>
            </a:lvl4pPr>
            <a:lvl5pPr marL="1828800" algn="l" defTabSz="914400" rtl="0" eaLnBrk="1" latinLnBrk="0" hangingPunct="1">
              <a:defRPr sz="2025" b="0" kern="1200">
                <a:solidFill>
                  <a:srgbClr val="243C45"/>
                </a:solidFill>
                <a:latin typeface="DejaVu Sans"/>
                <a:ea typeface="DejaVu Sans"/>
                <a:cs typeface="DejaVu Sans"/>
              </a:defRPr>
            </a:lvl5pPr>
            <a:lvl6pPr marL="2286000" algn="l" defTabSz="914400" rtl="0" eaLnBrk="1" latinLnBrk="0" hangingPunct="1">
              <a:defRPr sz="2025" b="0" kern="1200">
                <a:solidFill>
                  <a:srgbClr val="243C45"/>
                </a:solidFill>
                <a:latin typeface="DejaVu Sans"/>
                <a:ea typeface="DejaVu Sans"/>
                <a:cs typeface="DejaVu Sans"/>
              </a:defRPr>
            </a:lvl6pPr>
            <a:lvl7pPr marL="2743200" algn="l" defTabSz="914400" rtl="0" eaLnBrk="1" latinLnBrk="0" hangingPunct="1">
              <a:defRPr sz="2025" b="0" kern="1200">
                <a:solidFill>
                  <a:srgbClr val="243C45"/>
                </a:solidFill>
                <a:latin typeface="DejaVu Sans"/>
                <a:ea typeface="DejaVu Sans"/>
                <a:cs typeface="DejaVu Sans"/>
              </a:defRPr>
            </a:lvl7pPr>
            <a:lvl8pPr marL="3200400" algn="l" defTabSz="914400" rtl="0" eaLnBrk="1" latinLnBrk="0" hangingPunct="1">
              <a:defRPr sz="2025" b="0" kern="1200">
                <a:solidFill>
                  <a:srgbClr val="243C45"/>
                </a:solidFill>
                <a:latin typeface="DejaVu Sans"/>
                <a:ea typeface="DejaVu Sans"/>
                <a:cs typeface="DejaVu Sans"/>
              </a:defRPr>
            </a:lvl8pPr>
            <a:lvl9pPr marL="3657600" algn="l" defTabSz="914400" rtl="0" eaLnBrk="1" latinLnBrk="0" hangingPunct="1">
              <a:defRPr sz="2025" b="0" kern="1200">
                <a:solidFill>
                  <a:srgbClr val="243C45"/>
                </a:solidFill>
                <a:latin typeface="DejaVu Sans"/>
                <a:ea typeface="DejaVu Sans"/>
                <a:cs typeface="DejaVu Sans"/>
              </a:defRPr>
            </a:lvl9pPr>
          </a:lstStyle>
          <a:p>
            <a:pPr>
              <a:defRPr sz="2025" b="0">
                <a:solidFill>
                  <a:srgbClr val="243C45"/>
                </a:solidFill>
                <a:latin typeface="DejaVu Sans"/>
                <a:ea typeface="DejaVu Sans"/>
                <a:cs typeface="DejaVu Sans"/>
              </a:defRPr>
            </a:pPr>
            <a:r>
              <a:rPr sz="2025" b="0" dirty="0">
                <a:solidFill>
                  <a:srgbClr val="243C45"/>
                </a:solidFill>
                <a:latin typeface="DejaVu Sans"/>
                <a:ea typeface="DejaVu Sans"/>
                <a:cs typeface="DejaVu Sans"/>
              </a:rPr>
              <a:t>Stable needs support sequential plans. Evolving needs favor iteration.</a:t>
            </a:r>
          </a:p>
        </p:txBody>
      </p:sp>
      <p:sp>
        <p:nvSpPr>
          <p:cNvPr id="11" name="text-5">
            <a:extLst>
              <a:ext uri="{FF2B5EF4-FFF2-40B4-BE49-F238E27FC236}">
                <a16:creationId xmlns:a16="http://schemas.microsoft.com/office/drawing/2014/main" id="{BEE6886F-2CDB-46BA-AF6B-8BB7081153C0}"/>
              </a:ext>
            </a:extLst>
          </p:cNvPr>
          <p:cNvSpPr>
            <a:spLocks noGrp="1"/>
          </p:cNvSpPr>
          <p:nvPr/>
        </p:nvSpPr>
        <p:spPr>
          <a:xfrm>
            <a:off x="304595" y="2630339"/>
            <a:ext cx="2398850" cy="523875"/>
          </a:xfrm>
          <a:prstGeom prst="rect">
            <a:avLst/>
          </a:prstGeom>
          <a:noFill/>
          <a:ln w="0">
            <a:noFill/>
            <a:prstDash val="solid"/>
          </a:ln>
        </p:spPr>
        <p:txBody>
          <a:bodyPr lIns="0" tIns="0" rIns="0" bIns="0" anchor="t"/>
          <a:lstStyle>
            <a:defPPr>
              <a:defRPr lang="en-US" sz="2025" b="1">
                <a:solidFill>
                  <a:srgbClr val="14766E"/>
                </a:solidFill>
                <a:latin typeface="DejaVu Sans"/>
                <a:ea typeface="DejaVu Sans"/>
                <a:cs typeface="DejaVu Sans"/>
              </a:defRPr>
            </a:defPPr>
            <a:lvl1pPr marL="0" algn="l" defTabSz="914400" rtl="0" eaLnBrk="1" latinLnBrk="0" hangingPunct="1">
              <a:defRPr sz="2025" b="1" kern="1200">
                <a:solidFill>
                  <a:srgbClr val="14766E"/>
                </a:solidFill>
                <a:latin typeface="DejaVu Sans"/>
                <a:ea typeface="DejaVu Sans"/>
                <a:cs typeface="DejaVu Sans"/>
              </a:defRPr>
            </a:lvl1pPr>
            <a:lvl2pPr marL="457200" algn="l" defTabSz="914400" rtl="0" eaLnBrk="1" latinLnBrk="0" hangingPunct="1">
              <a:defRPr sz="2025" b="1" kern="1200">
                <a:solidFill>
                  <a:srgbClr val="14766E"/>
                </a:solidFill>
                <a:latin typeface="DejaVu Sans"/>
                <a:ea typeface="DejaVu Sans"/>
                <a:cs typeface="DejaVu Sans"/>
              </a:defRPr>
            </a:lvl2pPr>
            <a:lvl3pPr marL="914400" algn="l" defTabSz="914400" rtl="0" eaLnBrk="1" latinLnBrk="0" hangingPunct="1">
              <a:defRPr sz="2025" b="1" kern="1200">
                <a:solidFill>
                  <a:srgbClr val="14766E"/>
                </a:solidFill>
                <a:latin typeface="DejaVu Sans"/>
                <a:ea typeface="DejaVu Sans"/>
                <a:cs typeface="DejaVu Sans"/>
              </a:defRPr>
            </a:lvl3pPr>
            <a:lvl4pPr marL="1371600" algn="l" defTabSz="914400" rtl="0" eaLnBrk="1" latinLnBrk="0" hangingPunct="1">
              <a:defRPr sz="2025" b="1" kern="1200">
                <a:solidFill>
                  <a:srgbClr val="14766E"/>
                </a:solidFill>
                <a:latin typeface="DejaVu Sans"/>
                <a:ea typeface="DejaVu Sans"/>
                <a:cs typeface="DejaVu Sans"/>
              </a:defRPr>
            </a:lvl4pPr>
            <a:lvl5pPr marL="1828800" algn="l" defTabSz="914400" rtl="0" eaLnBrk="1" latinLnBrk="0" hangingPunct="1">
              <a:defRPr sz="2025" b="1" kern="1200">
                <a:solidFill>
                  <a:srgbClr val="14766E"/>
                </a:solidFill>
                <a:latin typeface="DejaVu Sans"/>
                <a:ea typeface="DejaVu Sans"/>
                <a:cs typeface="DejaVu Sans"/>
              </a:defRPr>
            </a:lvl5pPr>
            <a:lvl6pPr marL="2286000" algn="l" defTabSz="914400" rtl="0" eaLnBrk="1" latinLnBrk="0" hangingPunct="1">
              <a:defRPr sz="2025" b="1" kern="1200">
                <a:solidFill>
                  <a:srgbClr val="14766E"/>
                </a:solidFill>
                <a:latin typeface="DejaVu Sans"/>
                <a:ea typeface="DejaVu Sans"/>
                <a:cs typeface="DejaVu Sans"/>
              </a:defRPr>
            </a:lvl6pPr>
            <a:lvl7pPr marL="2743200" algn="l" defTabSz="914400" rtl="0" eaLnBrk="1" latinLnBrk="0" hangingPunct="1">
              <a:defRPr sz="2025" b="1" kern="1200">
                <a:solidFill>
                  <a:srgbClr val="14766E"/>
                </a:solidFill>
                <a:latin typeface="DejaVu Sans"/>
                <a:ea typeface="DejaVu Sans"/>
                <a:cs typeface="DejaVu Sans"/>
              </a:defRPr>
            </a:lvl7pPr>
            <a:lvl8pPr marL="3200400" algn="l" defTabSz="914400" rtl="0" eaLnBrk="1" latinLnBrk="0" hangingPunct="1">
              <a:defRPr sz="2025" b="1" kern="1200">
                <a:solidFill>
                  <a:srgbClr val="14766E"/>
                </a:solidFill>
                <a:latin typeface="DejaVu Sans"/>
                <a:ea typeface="DejaVu Sans"/>
                <a:cs typeface="DejaVu Sans"/>
              </a:defRPr>
            </a:lvl8pPr>
            <a:lvl9pPr marL="3657600" algn="l" defTabSz="914400" rtl="0" eaLnBrk="1" latinLnBrk="0" hangingPunct="1">
              <a:defRPr sz="2025" b="1" kern="1200">
                <a:solidFill>
                  <a:srgbClr val="14766E"/>
                </a:solidFill>
                <a:latin typeface="DejaVu Sans"/>
                <a:ea typeface="DejaVu Sans"/>
                <a:cs typeface="DejaVu Sans"/>
              </a:defRPr>
            </a:lvl9pPr>
          </a:lstStyle>
          <a:p>
            <a:pPr>
              <a:defRPr sz="2025" b="1">
                <a:solidFill>
                  <a:srgbClr val="14766E"/>
                </a:solidFill>
                <a:latin typeface="DejaVu Sans"/>
                <a:ea typeface="DejaVu Sans"/>
                <a:cs typeface="DejaVu Sans"/>
              </a:defRPr>
            </a:pPr>
            <a:r>
              <a:rPr sz="2025" b="1">
                <a:solidFill>
                  <a:srgbClr val="14766E"/>
                </a:solidFill>
                <a:latin typeface="DejaVu Sans"/>
                <a:ea typeface="DejaVu Sans"/>
                <a:cs typeface="DejaVu Sans"/>
              </a:rPr>
              <a:t>Stakeholder availability</a:t>
            </a:r>
          </a:p>
        </p:txBody>
      </p:sp>
      <p:sp>
        <p:nvSpPr>
          <p:cNvPr id="13" name="text-6">
            <a:extLst>
              <a:ext uri="{FF2B5EF4-FFF2-40B4-BE49-F238E27FC236}">
                <a16:creationId xmlns:a16="http://schemas.microsoft.com/office/drawing/2014/main" id="{78CE5EAD-C58C-420C-B928-7CF683C697F5}"/>
              </a:ext>
            </a:extLst>
          </p:cNvPr>
          <p:cNvSpPr>
            <a:spLocks noGrp="1"/>
          </p:cNvSpPr>
          <p:nvPr/>
        </p:nvSpPr>
        <p:spPr>
          <a:xfrm>
            <a:off x="2657474" y="2630339"/>
            <a:ext cx="3811656" cy="714375"/>
          </a:xfrm>
          <a:prstGeom prst="rect">
            <a:avLst/>
          </a:prstGeom>
          <a:noFill/>
          <a:ln w="0">
            <a:noFill/>
            <a:prstDash val="solid"/>
          </a:ln>
        </p:spPr>
        <p:txBody>
          <a:bodyPr lIns="0" tIns="0" rIns="0" bIns="0" anchor="t"/>
          <a:lstStyle>
            <a:defPPr>
              <a:defRPr lang="en-US" sz="2025" b="0">
                <a:solidFill>
                  <a:srgbClr val="243C45"/>
                </a:solidFill>
                <a:latin typeface="DejaVu Sans"/>
                <a:ea typeface="DejaVu Sans"/>
                <a:cs typeface="DejaVu Sans"/>
              </a:defRPr>
            </a:defPPr>
            <a:lvl1pPr marL="0" algn="l" defTabSz="914400" rtl="0" eaLnBrk="1" latinLnBrk="0" hangingPunct="1">
              <a:defRPr sz="2025" b="0" kern="1200">
                <a:solidFill>
                  <a:srgbClr val="243C45"/>
                </a:solidFill>
                <a:latin typeface="DejaVu Sans"/>
                <a:ea typeface="DejaVu Sans"/>
                <a:cs typeface="DejaVu Sans"/>
              </a:defRPr>
            </a:lvl1pPr>
            <a:lvl2pPr marL="457200" algn="l" defTabSz="914400" rtl="0" eaLnBrk="1" latinLnBrk="0" hangingPunct="1">
              <a:defRPr sz="2025" b="0" kern="1200">
                <a:solidFill>
                  <a:srgbClr val="243C45"/>
                </a:solidFill>
                <a:latin typeface="DejaVu Sans"/>
                <a:ea typeface="DejaVu Sans"/>
                <a:cs typeface="DejaVu Sans"/>
              </a:defRPr>
            </a:lvl2pPr>
            <a:lvl3pPr marL="914400" algn="l" defTabSz="914400" rtl="0" eaLnBrk="1" latinLnBrk="0" hangingPunct="1">
              <a:defRPr sz="2025" b="0" kern="1200">
                <a:solidFill>
                  <a:srgbClr val="243C45"/>
                </a:solidFill>
                <a:latin typeface="DejaVu Sans"/>
                <a:ea typeface="DejaVu Sans"/>
                <a:cs typeface="DejaVu Sans"/>
              </a:defRPr>
            </a:lvl3pPr>
            <a:lvl4pPr marL="1371600" algn="l" defTabSz="914400" rtl="0" eaLnBrk="1" latinLnBrk="0" hangingPunct="1">
              <a:defRPr sz="2025" b="0" kern="1200">
                <a:solidFill>
                  <a:srgbClr val="243C45"/>
                </a:solidFill>
                <a:latin typeface="DejaVu Sans"/>
                <a:ea typeface="DejaVu Sans"/>
                <a:cs typeface="DejaVu Sans"/>
              </a:defRPr>
            </a:lvl4pPr>
            <a:lvl5pPr marL="1828800" algn="l" defTabSz="914400" rtl="0" eaLnBrk="1" latinLnBrk="0" hangingPunct="1">
              <a:defRPr sz="2025" b="0" kern="1200">
                <a:solidFill>
                  <a:srgbClr val="243C45"/>
                </a:solidFill>
                <a:latin typeface="DejaVu Sans"/>
                <a:ea typeface="DejaVu Sans"/>
                <a:cs typeface="DejaVu Sans"/>
              </a:defRPr>
            </a:lvl5pPr>
            <a:lvl6pPr marL="2286000" algn="l" defTabSz="914400" rtl="0" eaLnBrk="1" latinLnBrk="0" hangingPunct="1">
              <a:defRPr sz="2025" b="0" kern="1200">
                <a:solidFill>
                  <a:srgbClr val="243C45"/>
                </a:solidFill>
                <a:latin typeface="DejaVu Sans"/>
                <a:ea typeface="DejaVu Sans"/>
                <a:cs typeface="DejaVu Sans"/>
              </a:defRPr>
            </a:lvl6pPr>
            <a:lvl7pPr marL="2743200" algn="l" defTabSz="914400" rtl="0" eaLnBrk="1" latinLnBrk="0" hangingPunct="1">
              <a:defRPr sz="2025" b="0" kern="1200">
                <a:solidFill>
                  <a:srgbClr val="243C45"/>
                </a:solidFill>
                <a:latin typeface="DejaVu Sans"/>
                <a:ea typeface="DejaVu Sans"/>
                <a:cs typeface="DejaVu Sans"/>
              </a:defRPr>
            </a:lvl7pPr>
            <a:lvl8pPr marL="3200400" algn="l" defTabSz="914400" rtl="0" eaLnBrk="1" latinLnBrk="0" hangingPunct="1">
              <a:defRPr sz="2025" b="0" kern="1200">
                <a:solidFill>
                  <a:srgbClr val="243C45"/>
                </a:solidFill>
                <a:latin typeface="DejaVu Sans"/>
                <a:ea typeface="DejaVu Sans"/>
                <a:cs typeface="DejaVu Sans"/>
              </a:defRPr>
            </a:lvl8pPr>
            <a:lvl9pPr marL="3657600" algn="l" defTabSz="914400" rtl="0" eaLnBrk="1" latinLnBrk="0" hangingPunct="1">
              <a:defRPr sz="2025" b="0" kern="1200">
                <a:solidFill>
                  <a:srgbClr val="243C45"/>
                </a:solidFill>
                <a:latin typeface="DejaVu Sans"/>
                <a:ea typeface="DejaVu Sans"/>
                <a:cs typeface="DejaVu Sans"/>
              </a:defRPr>
            </a:lvl9pPr>
          </a:lstStyle>
          <a:p>
            <a:pPr>
              <a:defRPr sz="2025" b="0">
                <a:solidFill>
                  <a:srgbClr val="243C45"/>
                </a:solidFill>
                <a:latin typeface="DejaVu Sans"/>
                <a:ea typeface="DejaVu Sans"/>
                <a:cs typeface="DejaVu Sans"/>
              </a:defRPr>
            </a:pPr>
            <a:r>
              <a:rPr sz="2025" b="0">
                <a:solidFill>
                  <a:srgbClr val="243C45"/>
                </a:solidFill>
                <a:latin typeface="DejaVu Sans"/>
                <a:ea typeface="DejaVu Sans"/>
                <a:cs typeface="DejaVu Sans"/>
              </a:rPr>
              <a:t>Frequent feedback requires people who can answer questions.</a:t>
            </a:r>
          </a:p>
        </p:txBody>
      </p:sp>
      <p:sp>
        <p:nvSpPr>
          <p:cNvPr id="14" name="text-7">
            <a:extLst>
              <a:ext uri="{FF2B5EF4-FFF2-40B4-BE49-F238E27FC236}">
                <a16:creationId xmlns:a16="http://schemas.microsoft.com/office/drawing/2014/main" id="{B53940D8-655B-4376-BD5C-343882D2BDC8}"/>
              </a:ext>
            </a:extLst>
          </p:cNvPr>
          <p:cNvSpPr>
            <a:spLocks noGrp="1"/>
          </p:cNvSpPr>
          <p:nvPr/>
        </p:nvSpPr>
        <p:spPr>
          <a:xfrm>
            <a:off x="304595" y="3814535"/>
            <a:ext cx="2352880" cy="523875"/>
          </a:xfrm>
          <a:prstGeom prst="rect">
            <a:avLst/>
          </a:prstGeom>
          <a:noFill/>
          <a:ln w="0">
            <a:noFill/>
            <a:prstDash val="solid"/>
          </a:ln>
        </p:spPr>
        <p:txBody>
          <a:bodyPr lIns="0" tIns="0" rIns="0" bIns="0" anchor="t"/>
          <a:lstStyle>
            <a:defPPr>
              <a:defRPr lang="en-US" sz="2025" b="1">
                <a:solidFill>
                  <a:srgbClr val="14766E"/>
                </a:solidFill>
                <a:latin typeface="DejaVu Sans"/>
                <a:ea typeface="DejaVu Sans"/>
                <a:cs typeface="DejaVu Sans"/>
              </a:defRPr>
            </a:defPPr>
            <a:lvl1pPr marL="0" algn="l" defTabSz="914400" rtl="0" eaLnBrk="1" latinLnBrk="0" hangingPunct="1">
              <a:defRPr sz="2025" b="1" kern="1200">
                <a:solidFill>
                  <a:srgbClr val="14766E"/>
                </a:solidFill>
                <a:latin typeface="DejaVu Sans"/>
                <a:ea typeface="DejaVu Sans"/>
                <a:cs typeface="DejaVu Sans"/>
              </a:defRPr>
            </a:lvl1pPr>
            <a:lvl2pPr marL="457200" algn="l" defTabSz="914400" rtl="0" eaLnBrk="1" latinLnBrk="0" hangingPunct="1">
              <a:defRPr sz="2025" b="1" kern="1200">
                <a:solidFill>
                  <a:srgbClr val="14766E"/>
                </a:solidFill>
                <a:latin typeface="DejaVu Sans"/>
                <a:ea typeface="DejaVu Sans"/>
                <a:cs typeface="DejaVu Sans"/>
              </a:defRPr>
            </a:lvl2pPr>
            <a:lvl3pPr marL="914400" algn="l" defTabSz="914400" rtl="0" eaLnBrk="1" latinLnBrk="0" hangingPunct="1">
              <a:defRPr sz="2025" b="1" kern="1200">
                <a:solidFill>
                  <a:srgbClr val="14766E"/>
                </a:solidFill>
                <a:latin typeface="DejaVu Sans"/>
                <a:ea typeface="DejaVu Sans"/>
                <a:cs typeface="DejaVu Sans"/>
              </a:defRPr>
            </a:lvl3pPr>
            <a:lvl4pPr marL="1371600" algn="l" defTabSz="914400" rtl="0" eaLnBrk="1" latinLnBrk="0" hangingPunct="1">
              <a:defRPr sz="2025" b="1" kern="1200">
                <a:solidFill>
                  <a:srgbClr val="14766E"/>
                </a:solidFill>
                <a:latin typeface="DejaVu Sans"/>
                <a:ea typeface="DejaVu Sans"/>
                <a:cs typeface="DejaVu Sans"/>
              </a:defRPr>
            </a:lvl4pPr>
            <a:lvl5pPr marL="1828800" algn="l" defTabSz="914400" rtl="0" eaLnBrk="1" latinLnBrk="0" hangingPunct="1">
              <a:defRPr sz="2025" b="1" kern="1200">
                <a:solidFill>
                  <a:srgbClr val="14766E"/>
                </a:solidFill>
                <a:latin typeface="DejaVu Sans"/>
                <a:ea typeface="DejaVu Sans"/>
                <a:cs typeface="DejaVu Sans"/>
              </a:defRPr>
            </a:lvl5pPr>
            <a:lvl6pPr marL="2286000" algn="l" defTabSz="914400" rtl="0" eaLnBrk="1" latinLnBrk="0" hangingPunct="1">
              <a:defRPr sz="2025" b="1" kern="1200">
                <a:solidFill>
                  <a:srgbClr val="14766E"/>
                </a:solidFill>
                <a:latin typeface="DejaVu Sans"/>
                <a:ea typeface="DejaVu Sans"/>
                <a:cs typeface="DejaVu Sans"/>
              </a:defRPr>
            </a:lvl6pPr>
            <a:lvl7pPr marL="2743200" algn="l" defTabSz="914400" rtl="0" eaLnBrk="1" latinLnBrk="0" hangingPunct="1">
              <a:defRPr sz="2025" b="1" kern="1200">
                <a:solidFill>
                  <a:srgbClr val="14766E"/>
                </a:solidFill>
                <a:latin typeface="DejaVu Sans"/>
                <a:ea typeface="DejaVu Sans"/>
                <a:cs typeface="DejaVu Sans"/>
              </a:defRPr>
            </a:lvl7pPr>
            <a:lvl8pPr marL="3200400" algn="l" defTabSz="914400" rtl="0" eaLnBrk="1" latinLnBrk="0" hangingPunct="1">
              <a:defRPr sz="2025" b="1" kern="1200">
                <a:solidFill>
                  <a:srgbClr val="14766E"/>
                </a:solidFill>
                <a:latin typeface="DejaVu Sans"/>
                <a:ea typeface="DejaVu Sans"/>
                <a:cs typeface="DejaVu Sans"/>
              </a:defRPr>
            </a:lvl8pPr>
            <a:lvl9pPr marL="3657600" algn="l" defTabSz="914400" rtl="0" eaLnBrk="1" latinLnBrk="0" hangingPunct="1">
              <a:defRPr sz="2025" b="1" kern="1200">
                <a:solidFill>
                  <a:srgbClr val="14766E"/>
                </a:solidFill>
                <a:latin typeface="DejaVu Sans"/>
                <a:ea typeface="DejaVu Sans"/>
                <a:cs typeface="DejaVu Sans"/>
              </a:defRPr>
            </a:lvl9pPr>
          </a:lstStyle>
          <a:p>
            <a:pPr>
              <a:defRPr sz="2025" b="1">
                <a:solidFill>
                  <a:srgbClr val="14766E"/>
                </a:solidFill>
                <a:latin typeface="DejaVu Sans"/>
                <a:ea typeface="DejaVu Sans"/>
                <a:cs typeface="DejaVu Sans"/>
              </a:defRPr>
            </a:pPr>
            <a:r>
              <a:rPr sz="2025" b="1" dirty="0">
                <a:solidFill>
                  <a:srgbClr val="14766E"/>
                </a:solidFill>
                <a:latin typeface="DejaVu Sans"/>
                <a:ea typeface="DejaVu Sans"/>
                <a:cs typeface="DejaVu Sans"/>
              </a:rPr>
              <a:t>Risk and dependencies</a:t>
            </a:r>
          </a:p>
        </p:txBody>
      </p:sp>
      <p:sp>
        <p:nvSpPr>
          <p:cNvPr id="15" name="text-8">
            <a:extLst>
              <a:ext uri="{FF2B5EF4-FFF2-40B4-BE49-F238E27FC236}">
                <a16:creationId xmlns:a16="http://schemas.microsoft.com/office/drawing/2014/main" id="{AD04064E-F15F-4588-8023-93FE9CBD31A5}"/>
              </a:ext>
            </a:extLst>
          </p:cNvPr>
          <p:cNvSpPr>
            <a:spLocks noGrp="1"/>
          </p:cNvSpPr>
          <p:nvPr/>
        </p:nvSpPr>
        <p:spPr>
          <a:xfrm>
            <a:off x="2657474" y="3852200"/>
            <a:ext cx="3857626" cy="714375"/>
          </a:xfrm>
          <a:prstGeom prst="rect">
            <a:avLst/>
          </a:prstGeom>
          <a:noFill/>
          <a:ln w="0">
            <a:noFill/>
            <a:prstDash val="solid"/>
          </a:ln>
        </p:spPr>
        <p:txBody>
          <a:bodyPr lIns="0" tIns="0" rIns="0" bIns="0" anchor="t"/>
          <a:lstStyle>
            <a:defPPr>
              <a:defRPr lang="en-US" sz="2025" b="0">
                <a:solidFill>
                  <a:srgbClr val="243C45"/>
                </a:solidFill>
                <a:latin typeface="DejaVu Sans"/>
                <a:ea typeface="DejaVu Sans"/>
                <a:cs typeface="DejaVu Sans"/>
              </a:defRPr>
            </a:defPPr>
            <a:lvl1pPr marL="0" algn="l" defTabSz="914400" rtl="0" eaLnBrk="1" latinLnBrk="0" hangingPunct="1">
              <a:defRPr sz="2025" b="0" kern="1200">
                <a:solidFill>
                  <a:srgbClr val="243C45"/>
                </a:solidFill>
                <a:latin typeface="DejaVu Sans"/>
                <a:ea typeface="DejaVu Sans"/>
                <a:cs typeface="DejaVu Sans"/>
              </a:defRPr>
            </a:lvl1pPr>
            <a:lvl2pPr marL="457200" algn="l" defTabSz="914400" rtl="0" eaLnBrk="1" latinLnBrk="0" hangingPunct="1">
              <a:defRPr sz="2025" b="0" kern="1200">
                <a:solidFill>
                  <a:srgbClr val="243C45"/>
                </a:solidFill>
                <a:latin typeface="DejaVu Sans"/>
                <a:ea typeface="DejaVu Sans"/>
                <a:cs typeface="DejaVu Sans"/>
              </a:defRPr>
            </a:lvl2pPr>
            <a:lvl3pPr marL="914400" algn="l" defTabSz="914400" rtl="0" eaLnBrk="1" latinLnBrk="0" hangingPunct="1">
              <a:defRPr sz="2025" b="0" kern="1200">
                <a:solidFill>
                  <a:srgbClr val="243C45"/>
                </a:solidFill>
                <a:latin typeface="DejaVu Sans"/>
                <a:ea typeface="DejaVu Sans"/>
                <a:cs typeface="DejaVu Sans"/>
              </a:defRPr>
            </a:lvl3pPr>
            <a:lvl4pPr marL="1371600" algn="l" defTabSz="914400" rtl="0" eaLnBrk="1" latinLnBrk="0" hangingPunct="1">
              <a:defRPr sz="2025" b="0" kern="1200">
                <a:solidFill>
                  <a:srgbClr val="243C45"/>
                </a:solidFill>
                <a:latin typeface="DejaVu Sans"/>
                <a:ea typeface="DejaVu Sans"/>
                <a:cs typeface="DejaVu Sans"/>
              </a:defRPr>
            </a:lvl4pPr>
            <a:lvl5pPr marL="1828800" algn="l" defTabSz="914400" rtl="0" eaLnBrk="1" latinLnBrk="0" hangingPunct="1">
              <a:defRPr sz="2025" b="0" kern="1200">
                <a:solidFill>
                  <a:srgbClr val="243C45"/>
                </a:solidFill>
                <a:latin typeface="DejaVu Sans"/>
                <a:ea typeface="DejaVu Sans"/>
                <a:cs typeface="DejaVu Sans"/>
              </a:defRPr>
            </a:lvl5pPr>
            <a:lvl6pPr marL="2286000" algn="l" defTabSz="914400" rtl="0" eaLnBrk="1" latinLnBrk="0" hangingPunct="1">
              <a:defRPr sz="2025" b="0" kern="1200">
                <a:solidFill>
                  <a:srgbClr val="243C45"/>
                </a:solidFill>
                <a:latin typeface="DejaVu Sans"/>
                <a:ea typeface="DejaVu Sans"/>
                <a:cs typeface="DejaVu Sans"/>
              </a:defRPr>
            </a:lvl6pPr>
            <a:lvl7pPr marL="2743200" algn="l" defTabSz="914400" rtl="0" eaLnBrk="1" latinLnBrk="0" hangingPunct="1">
              <a:defRPr sz="2025" b="0" kern="1200">
                <a:solidFill>
                  <a:srgbClr val="243C45"/>
                </a:solidFill>
                <a:latin typeface="DejaVu Sans"/>
                <a:ea typeface="DejaVu Sans"/>
                <a:cs typeface="DejaVu Sans"/>
              </a:defRPr>
            </a:lvl7pPr>
            <a:lvl8pPr marL="3200400" algn="l" defTabSz="914400" rtl="0" eaLnBrk="1" latinLnBrk="0" hangingPunct="1">
              <a:defRPr sz="2025" b="0" kern="1200">
                <a:solidFill>
                  <a:srgbClr val="243C45"/>
                </a:solidFill>
                <a:latin typeface="DejaVu Sans"/>
                <a:ea typeface="DejaVu Sans"/>
                <a:cs typeface="DejaVu Sans"/>
              </a:defRPr>
            </a:lvl8pPr>
            <a:lvl9pPr marL="3657600" algn="l" defTabSz="914400" rtl="0" eaLnBrk="1" latinLnBrk="0" hangingPunct="1">
              <a:defRPr sz="2025" b="0" kern="1200">
                <a:solidFill>
                  <a:srgbClr val="243C45"/>
                </a:solidFill>
                <a:latin typeface="DejaVu Sans"/>
                <a:ea typeface="DejaVu Sans"/>
                <a:cs typeface="DejaVu Sans"/>
              </a:defRPr>
            </a:lvl9pPr>
          </a:lstStyle>
          <a:p>
            <a:pPr>
              <a:defRPr sz="2025" b="0">
                <a:solidFill>
                  <a:srgbClr val="243C45"/>
                </a:solidFill>
                <a:latin typeface="DejaVu Sans"/>
                <a:ea typeface="DejaVu Sans"/>
                <a:cs typeface="DejaVu Sans"/>
              </a:defRPr>
            </a:pPr>
            <a:r>
              <a:rPr sz="2025" b="0">
                <a:solidFill>
                  <a:srgbClr val="243C45"/>
                </a:solidFill>
                <a:latin typeface="DejaVu Sans"/>
                <a:ea typeface="DejaVu Sans"/>
                <a:cs typeface="DejaVu Sans"/>
              </a:rPr>
              <a:t>Controls, integration needs, and release constraints shape either approach.</a:t>
            </a:r>
          </a:p>
        </p:txBody>
      </p:sp>
      <p:sp>
        <p:nvSpPr>
          <p:cNvPr id="16" name="text-9">
            <a:extLst>
              <a:ext uri="{FF2B5EF4-FFF2-40B4-BE49-F238E27FC236}">
                <a16:creationId xmlns:a16="http://schemas.microsoft.com/office/drawing/2014/main" id="{979ECE9A-3D24-4CDA-A23D-B0040CB89BA7}"/>
              </a:ext>
            </a:extLst>
          </p:cNvPr>
          <p:cNvSpPr>
            <a:spLocks noGrp="1"/>
          </p:cNvSpPr>
          <p:nvPr/>
        </p:nvSpPr>
        <p:spPr>
          <a:xfrm>
            <a:off x="41413" y="5174560"/>
            <a:ext cx="6427717" cy="619125"/>
          </a:xfrm>
          <a:prstGeom prst="rect">
            <a:avLst/>
          </a:prstGeom>
          <a:noFill/>
          <a:ln w="0">
            <a:noFill/>
            <a:prstDash val="solid"/>
          </a:ln>
        </p:spPr>
        <p:txBody>
          <a:bodyPr lIns="0" tIns="0" rIns="0" bIns="0" anchor="t"/>
          <a:lstStyle>
            <a:defPPr>
              <a:defRPr lang="en-US" sz="2100" b="1">
                <a:solidFill>
                  <a:srgbClr val="14766E"/>
                </a:solidFill>
                <a:latin typeface="DejaVu Sans"/>
                <a:ea typeface="DejaVu Sans"/>
                <a:cs typeface="DejaVu Sans"/>
              </a:defRPr>
            </a:defPPr>
            <a:lvl1pPr marL="0" algn="l" defTabSz="914400" rtl="0" eaLnBrk="1" latinLnBrk="0" hangingPunct="1">
              <a:defRPr sz="2100" b="1" kern="1200">
                <a:solidFill>
                  <a:srgbClr val="14766E"/>
                </a:solidFill>
                <a:latin typeface="DejaVu Sans"/>
                <a:ea typeface="DejaVu Sans"/>
                <a:cs typeface="DejaVu Sans"/>
              </a:defRPr>
            </a:lvl1pPr>
            <a:lvl2pPr marL="457200" algn="l" defTabSz="914400" rtl="0" eaLnBrk="1" latinLnBrk="0" hangingPunct="1">
              <a:defRPr sz="2100" b="1" kern="1200">
                <a:solidFill>
                  <a:srgbClr val="14766E"/>
                </a:solidFill>
                <a:latin typeface="DejaVu Sans"/>
                <a:ea typeface="DejaVu Sans"/>
                <a:cs typeface="DejaVu Sans"/>
              </a:defRPr>
            </a:lvl2pPr>
            <a:lvl3pPr marL="914400" algn="l" defTabSz="914400" rtl="0" eaLnBrk="1" latinLnBrk="0" hangingPunct="1">
              <a:defRPr sz="2100" b="1" kern="1200">
                <a:solidFill>
                  <a:srgbClr val="14766E"/>
                </a:solidFill>
                <a:latin typeface="DejaVu Sans"/>
                <a:ea typeface="DejaVu Sans"/>
                <a:cs typeface="DejaVu Sans"/>
              </a:defRPr>
            </a:lvl3pPr>
            <a:lvl4pPr marL="1371600" algn="l" defTabSz="914400" rtl="0" eaLnBrk="1" latinLnBrk="0" hangingPunct="1">
              <a:defRPr sz="2100" b="1" kern="1200">
                <a:solidFill>
                  <a:srgbClr val="14766E"/>
                </a:solidFill>
                <a:latin typeface="DejaVu Sans"/>
                <a:ea typeface="DejaVu Sans"/>
                <a:cs typeface="DejaVu Sans"/>
              </a:defRPr>
            </a:lvl4pPr>
            <a:lvl5pPr marL="1828800" algn="l" defTabSz="914400" rtl="0" eaLnBrk="1" latinLnBrk="0" hangingPunct="1">
              <a:defRPr sz="2100" b="1" kern="1200">
                <a:solidFill>
                  <a:srgbClr val="14766E"/>
                </a:solidFill>
                <a:latin typeface="DejaVu Sans"/>
                <a:ea typeface="DejaVu Sans"/>
                <a:cs typeface="DejaVu Sans"/>
              </a:defRPr>
            </a:lvl5pPr>
            <a:lvl6pPr marL="2286000" algn="l" defTabSz="914400" rtl="0" eaLnBrk="1" latinLnBrk="0" hangingPunct="1">
              <a:defRPr sz="2100" b="1" kern="1200">
                <a:solidFill>
                  <a:srgbClr val="14766E"/>
                </a:solidFill>
                <a:latin typeface="DejaVu Sans"/>
                <a:ea typeface="DejaVu Sans"/>
                <a:cs typeface="DejaVu Sans"/>
              </a:defRPr>
            </a:lvl6pPr>
            <a:lvl7pPr marL="2743200" algn="l" defTabSz="914400" rtl="0" eaLnBrk="1" latinLnBrk="0" hangingPunct="1">
              <a:defRPr sz="2100" b="1" kern="1200">
                <a:solidFill>
                  <a:srgbClr val="14766E"/>
                </a:solidFill>
                <a:latin typeface="DejaVu Sans"/>
                <a:ea typeface="DejaVu Sans"/>
                <a:cs typeface="DejaVu Sans"/>
              </a:defRPr>
            </a:lvl7pPr>
            <a:lvl8pPr marL="3200400" algn="l" defTabSz="914400" rtl="0" eaLnBrk="1" latinLnBrk="0" hangingPunct="1">
              <a:defRPr sz="2100" b="1" kern="1200">
                <a:solidFill>
                  <a:srgbClr val="14766E"/>
                </a:solidFill>
                <a:latin typeface="DejaVu Sans"/>
                <a:ea typeface="DejaVu Sans"/>
                <a:cs typeface="DejaVu Sans"/>
              </a:defRPr>
            </a:lvl8pPr>
            <a:lvl9pPr marL="3657600" algn="l" defTabSz="914400" rtl="0" eaLnBrk="1" latinLnBrk="0" hangingPunct="1">
              <a:defRPr sz="2100" b="1" kern="1200">
                <a:solidFill>
                  <a:srgbClr val="14766E"/>
                </a:solidFill>
                <a:latin typeface="DejaVu Sans"/>
                <a:ea typeface="DejaVu Sans"/>
                <a:cs typeface="DejaVu Sans"/>
              </a:defRPr>
            </a:lvl9pPr>
          </a:lstStyle>
          <a:p>
            <a:pPr>
              <a:defRPr sz="2100" b="1">
                <a:solidFill>
                  <a:srgbClr val="14766E"/>
                </a:solidFill>
                <a:latin typeface="DejaVu Sans"/>
                <a:ea typeface="DejaVu Sans"/>
                <a:cs typeface="DejaVu Sans"/>
              </a:defRPr>
            </a:pPr>
            <a:r>
              <a:rPr sz="1600" b="1" dirty="0">
                <a:solidFill>
                  <a:srgbClr val="14766E"/>
                </a:solidFill>
                <a:latin typeface="DejaVu Sans"/>
                <a:ea typeface="DejaVu Sans"/>
                <a:cs typeface="DejaVu Sans"/>
              </a:rPr>
              <a:t>SNHU Travel fit: changing preferences made feedback especially useful</a:t>
            </a:r>
          </a:p>
        </p:txBody>
      </p:sp>
      <p:sp>
        <p:nvSpPr>
          <p:cNvPr id="18" name="text-1">
            <a:extLst>
              <a:ext uri="{FF2B5EF4-FFF2-40B4-BE49-F238E27FC236}">
                <a16:creationId xmlns:a16="http://schemas.microsoft.com/office/drawing/2014/main" id="{FF3637DF-7442-4E5A-B0C8-77F12E285A6C}"/>
              </a:ext>
            </a:extLst>
          </p:cNvPr>
          <p:cNvSpPr>
            <a:spLocks noGrp="1"/>
          </p:cNvSpPr>
          <p:nvPr/>
        </p:nvSpPr>
        <p:spPr>
          <a:xfrm>
            <a:off x="304594" y="6415471"/>
            <a:ext cx="2637389" cy="342900"/>
          </a:xfrm>
          <a:prstGeom prst="rect">
            <a:avLst/>
          </a:prstGeom>
          <a:noFill/>
          <a:ln w="0">
            <a:noFill/>
            <a:prstDash val="solid"/>
          </a:ln>
        </p:spPr>
        <p:txBody>
          <a:bodyPr lIns="0" tIns="0" rIns="0" bIns="0" anchor="t"/>
          <a:lstStyle>
            <a:defPPr>
              <a:defRPr lang="en-US" sz="1200" b="0">
                <a:solidFill>
                  <a:srgbClr val="53656A"/>
                </a:solidFill>
                <a:latin typeface="DejaVu Sans"/>
                <a:ea typeface="DejaVu Sans"/>
                <a:cs typeface="DejaVu Sans"/>
              </a:defRPr>
            </a:defPPr>
            <a:lvl1pPr marL="0" algn="l" defTabSz="914400" rtl="0" eaLnBrk="1" latinLnBrk="0" hangingPunct="1">
              <a:defRPr sz="1200" b="0" kern="1200">
                <a:solidFill>
                  <a:srgbClr val="53656A"/>
                </a:solidFill>
                <a:latin typeface="DejaVu Sans"/>
                <a:ea typeface="DejaVu Sans"/>
                <a:cs typeface="DejaVu Sans"/>
              </a:defRPr>
            </a:lvl1pPr>
            <a:lvl2pPr marL="457200" algn="l" defTabSz="914400" rtl="0" eaLnBrk="1" latinLnBrk="0" hangingPunct="1">
              <a:defRPr sz="1200" b="0" kern="1200">
                <a:solidFill>
                  <a:srgbClr val="53656A"/>
                </a:solidFill>
                <a:latin typeface="DejaVu Sans"/>
                <a:ea typeface="DejaVu Sans"/>
                <a:cs typeface="DejaVu Sans"/>
              </a:defRPr>
            </a:lvl2pPr>
            <a:lvl3pPr marL="914400" algn="l" defTabSz="914400" rtl="0" eaLnBrk="1" latinLnBrk="0" hangingPunct="1">
              <a:defRPr sz="1200" b="0" kern="1200">
                <a:solidFill>
                  <a:srgbClr val="53656A"/>
                </a:solidFill>
                <a:latin typeface="DejaVu Sans"/>
                <a:ea typeface="DejaVu Sans"/>
                <a:cs typeface="DejaVu Sans"/>
              </a:defRPr>
            </a:lvl3pPr>
            <a:lvl4pPr marL="1371600" algn="l" defTabSz="914400" rtl="0" eaLnBrk="1" latinLnBrk="0" hangingPunct="1">
              <a:defRPr sz="1200" b="0" kern="1200">
                <a:solidFill>
                  <a:srgbClr val="53656A"/>
                </a:solidFill>
                <a:latin typeface="DejaVu Sans"/>
                <a:ea typeface="DejaVu Sans"/>
                <a:cs typeface="DejaVu Sans"/>
              </a:defRPr>
            </a:lvl4pPr>
            <a:lvl5pPr marL="1828800" algn="l" defTabSz="914400" rtl="0" eaLnBrk="1" latinLnBrk="0" hangingPunct="1">
              <a:defRPr sz="1200" b="0" kern="1200">
                <a:solidFill>
                  <a:srgbClr val="53656A"/>
                </a:solidFill>
                <a:latin typeface="DejaVu Sans"/>
                <a:ea typeface="DejaVu Sans"/>
                <a:cs typeface="DejaVu Sans"/>
              </a:defRPr>
            </a:lvl5pPr>
            <a:lvl6pPr marL="2286000" algn="l" defTabSz="914400" rtl="0" eaLnBrk="1" latinLnBrk="0" hangingPunct="1">
              <a:defRPr sz="1200" b="0" kern="1200">
                <a:solidFill>
                  <a:srgbClr val="53656A"/>
                </a:solidFill>
                <a:latin typeface="DejaVu Sans"/>
                <a:ea typeface="DejaVu Sans"/>
                <a:cs typeface="DejaVu Sans"/>
              </a:defRPr>
            </a:lvl6pPr>
            <a:lvl7pPr marL="2743200" algn="l" defTabSz="914400" rtl="0" eaLnBrk="1" latinLnBrk="0" hangingPunct="1">
              <a:defRPr sz="1200" b="0" kern="1200">
                <a:solidFill>
                  <a:srgbClr val="53656A"/>
                </a:solidFill>
                <a:latin typeface="DejaVu Sans"/>
                <a:ea typeface="DejaVu Sans"/>
                <a:cs typeface="DejaVu Sans"/>
              </a:defRPr>
            </a:lvl7pPr>
            <a:lvl8pPr marL="3200400" algn="l" defTabSz="914400" rtl="0" eaLnBrk="1" latinLnBrk="0" hangingPunct="1">
              <a:defRPr sz="1200" b="0" kern="1200">
                <a:solidFill>
                  <a:srgbClr val="53656A"/>
                </a:solidFill>
                <a:latin typeface="DejaVu Sans"/>
                <a:ea typeface="DejaVu Sans"/>
                <a:cs typeface="DejaVu Sans"/>
              </a:defRPr>
            </a:lvl8pPr>
            <a:lvl9pPr marL="3657600" algn="l" defTabSz="914400" rtl="0" eaLnBrk="1" latinLnBrk="0" hangingPunct="1">
              <a:defRPr sz="1200" b="0" kern="1200">
                <a:solidFill>
                  <a:srgbClr val="53656A"/>
                </a:solidFill>
                <a:latin typeface="DejaVu Sans"/>
                <a:ea typeface="DejaVu Sans"/>
                <a:cs typeface="DejaVu Sans"/>
              </a:defRPr>
            </a:lvl9pPr>
          </a:lstStyle>
          <a:p>
            <a:pPr>
              <a:defRPr sz="1200" b="0">
                <a:solidFill>
                  <a:srgbClr val="53656A"/>
                </a:solidFill>
                <a:latin typeface="DejaVu Sans"/>
                <a:ea typeface="DejaVu Sans"/>
                <a:cs typeface="DejaVu Sans"/>
              </a:defRPr>
            </a:pPr>
            <a:r>
              <a:rPr sz="1200" b="0">
                <a:solidFill>
                  <a:srgbClr val="53656A"/>
                </a:solidFill>
                <a:latin typeface="DejaVu Sans"/>
                <a:ea typeface="DejaVu Sans"/>
                <a:cs typeface="DejaVu Sans"/>
              </a:rPr>
              <a:t>(Atlassian, 2024; Iqbal, 2024)</a:t>
            </a:r>
          </a:p>
        </p:txBody>
      </p:sp>
      <p:sp>
        <p:nvSpPr>
          <p:cNvPr id="20" name="TextBox 19">
            <a:extLst>
              <a:ext uri="{FF2B5EF4-FFF2-40B4-BE49-F238E27FC236}">
                <a16:creationId xmlns:a16="http://schemas.microsoft.com/office/drawing/2014/main" id="{189A1031-763F-AC06-7BE6-48F0B37990AC}"/>
              </a:ext>
            </a:extLst>
          </p:cNvPr>
          <p:cNvSpPr txBox="1"/>
          <p:nvPr/>
        </p:nvSpPr>
        <p:spPr>
          <a:xfrm>
            <a:off x="6515100" y="77082"/>
            <a:ext cx="3710608" cy="523220"/>
          </a:xfrm>
          <a:prstGeom prst="rect">
            <a:avLst/>
          </a:prstGeom>
          <a:noFill/>
        </p:spPr>
        <p:txBody>
          <a:bodyPr wrap="square" rtlCol="0">
            <a:spAutoFit/>
          </a:bodyPr>
          <a:lstStyle/>
          <a:p>
            <a:r>
              <a:rPr lang="en-US" sz="1000" dirty="0">
                <a:solidFill>
                  <a:schemeClr val="bg1"/>
                </a:solidFill>
                <a:latin typeface="DejaVu Sans"/>
                <a:ea typeface="DejaVu Sans"/>
                <a:cs typeface="DejaVu Sans"/>
              </a:rPr>
              <a:t>Destination image from the Wellness Project</a:t>
            </a:r>
          </a:p>
          <a:p>
            <a:endParaRPr lang="en-US" dirty="0"/>
          </a:p>
        </p:txBody>
      </p:sp>
    </p:spTree>
    <p:extLst>
      <p:ext uri="{BB962C8B-B14F-4D97-AF65-F5344CB8AC3E}">
        <p14:creationId xmlns:p14="http://schemas.microsoft.com/office/powerpoint/2010/main" val="7108677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144E07FE-2CD2-034F-E000-A8DD940AB280}"/>
              </a:ext>
            </a:extLst>
          </p:cNvPr>
          <p:cNvSpPr>
            <a:spLocks noGrp="1"/>
          </p:cNvSpPr>
          <p:nvPr>
            <p:ph type="title"/>
          </p:nvPr>
        </p:nvSpPr>
        <p:spPr>
          <a:xfrm>
            <a:off x="533398" y="1016955"/>
            <a:ext cx="11125201" cy="746759"/>
          </a:xfrm>
        </p:spPr>
        <p:txBody>
          <a:bodyPr/>
          <a:lstStyle/>
          <a:p>
            <a:r>
              <a:rPr lang="en-US" dirty="0"/>
              <a:t>Recommendation for </a:t>
            </a:r>
            <a:r>
              <a:rPr lang="en-US" dirty="0" err="1"/>
              <a:t>chadatech</a:t>
            </a:r>
            <a:endParaRPr lang="en-US" dirty="0"/>
          </a:p>
        </p:txBody>
      </p:sp>
      <p:sp>
        <p:nvSpPr>
          <p:cNvPr id="5" name="text-3">
            <a:extLst>
              <a:ext uri="{FF2B5EF4-FFF2-40B4-BE49-F238E27FC236}">
                <a16:creationId xmlns:a16="http://schemas.microsoft.com/office/drawing/2014/main" id="{792A7C85-BDDF-40FE-A8A9-730C652ECEBD}"/>
              </a:ext>
            </a:extLst>
          </p:cNvPr>
          <p:cNvSpPr>
            <a:spLocks noGrp="1"/>
          </p:cNvSpPr>
          <p:nvPr/>
        </p:nvSpPr>
        <p:spPr>
          <a:xfrm>
            <a:off x="1428750" y="1763714"/>
            <a:ext cx="10763250" cy="666750"/>
          </a:xfrm>
          <a:prstGeom prst="rect">
            <a:avLst/>
          </a:prstGeom>
          <a:noFill/>
          <a:ln w="0">
            <a:noFill/>
            <a:prstDash val="solid"/>
          </a:ln>
        </p:spPr>
        <p:txBody>
          <a:bodyPr lIns="0" tIns="0" rIns="0" bIns="0" anchor="t"/>
          <a:lstStyle>
            <a:defPPr>
              <a:defRPr lang="en-US" sz="2550" b="1">
                <a:solidFill>
                  <a:srgbClr val="14766E"/>
                </a:solidFill>
                <a:latin typeface="DejaVu Sans"/>
                <a:ea typeface="DejaVu Sans"/>
                <a:cs typeface="DejaVu Sans"/>
              </a:defRPr>
            </a:defPPr>
            <a:lvl1pPr marL="0" algn="l" defTabSz="914400" rtl="0" eaLnBrk="1" latinLnBrk="0" hangingPunct="1">
              <a:defRPr sz="2550" b="1" kern="1200">
                <a:solidFill>
                  <a:srgbClr val="14766E"/>
                </a:solidFill>
                <a:latin typeface="DejaVu Sans"/>
                <a:ea typeface="DejaVu Sans"/>
                <a:cs typeface="DejaVu Sans"/>
              </a:defRPr>
            </a:lvl1pPr>
            <a:lvl2pPr marL="457200" algn="l" defTabSz="914400" rtl="0" eaLnBrk="1" latinLnBrk="0" hangingPunct="1">
              <a:defRPr sz="2550" b="1" kern="1200">
                <a:solidFill>
                  <a:srgbClr val="14766E"/>
                </a:solidFill>
                <a:latin typeface="DejaVu Sans"/>
                <a:ea typeface="DejaVu Sans"/>
                <a:cs typeface="DejaVu Sans"/>
              </a:defRPr>
            </a:lvl2pPr>
            <a:lvl3pPr marL="914400" algn="l" defTabSz="914400" rtl="0" eaLnBrk="1" latinLnBrk="0" hangingPunct="1">
              <a:defRPr sz="2550" b="1" kern="1200">
                <a:solidFill>
                  <a:srgbClr val="14766E"/>
                </a:solidFill>
                <a:latin typeface="DejaVu Sans"/>
                <a:ea typeface="DejaVu Sans"/>
                <a:cs typeface="DejaVu Sans"/>
              </a:defRPr>
            </a:lvl3pPr>
            <a:lvl4pPr marL="1371600" algn="l" defTabSz="914400" rtl="0" eaLnBrk="1" latinLnBrk="0" hangingPunct="1">
              <a:defRPr sz="2550" b="1" kern="1200">
                <a:solidFill>
                  <a:srgbClr val="14766E"/>
                </a:solidFill>
                <a:latin typeface="DejaVu Sans"/>
                <a:ea typeface="DejaVu Sans"/>
                <a:cs typeface="DejaVu Sans"/>
              </a:defRPr>
            </a:lvl4pPr>
            <a:lvl5pPr marL="1828800" algn="l" defTabSz="914400" rtl="0" eaLnBrk="1" latinLnBrk="0" hangingPunct="1">
              <a:defRPr sz="2550" b="1" kern="1200">
                <a:solidFill>
                  <a:srgbClr val="14766E"/>
                </a:solidFill>
                <a:latin typeface="DejaVu Sans"/>
                <a:ea typeface="DejaVu Sans"/>
                <a:cs typeface="DejaVu Sans"/>
              </a:defRPr>
            </a:lvl5pPr>
            <a:lvl6pPr marL="2286000" algn="l" defTabSz="914400" rtl="0" eaLnBrk="1" latinLnBrk="0" hangingPunct="1">
              <a:defRPr sz="2550" b="1" kern="1200">
                <a:solidFill>
                  <a:srgbClr val="14766E"/>
                </a:solidFill>
                <a:latin typeface="DejaVu Sans"/>
                <a:ea typeface="DejaVu Sans"/>
                <a:cs typeface="DejaVu Sans"/>
              </a:defRPr>
            </a:lvl6pPr>
            <a:lvl7pPr marL="2743200" algn="l" defTabSz="914400" rtl="0" eaLnBrk="1" latinLnBrk="0" hangingPunct="1">
              <a:defRPr sz="2550" b="1" kern="1200">
                <a:solidFill>
                  <a:srgbClr val="14766E"/>
                </a:solidFill>
                <a:latin typeface="DejaVu Sans"/>
                <a:ea typeface="DejaVu Sans"/>
                <a:cs typeface="DejaVu Sans"/>
              </a:defRPr>
            </a:lvl7pPr>
            <a:lvl8pPr marL="3200400" algn="l" defTabSz="914400" rtl="0" eaLnBrk="1" latinLnBrk="0" hangingPunct="1">
              <a:defRPr sz="2550" b="1" kern="1200">
                <a:solidFill>
                  <a:srgbClr val="14766E"/>
                </a:solidFill>
                <a:latin typeface="DejaVu Sans"/>
                <a:ea typeface="DejaVu Sans"/>
                <a:cs typeface="DejaVu Sans"/>
              </a:defRPr>
            </a:lvl8pPr>
            <a:lvl9pPr marL="3657600" algn="l" defTabSz="914400" rtl="0" eaLnBrk="1" latinLnBrk="0" hangingPunct="1">
              <a:defRPr sz="2550" b="1" kern="1200">
                <a:solidFill>
                  <a:srgbClr val="14766E"/>
                </a:solidFill>
                <a:latin typeface="DejaVu Sans"/>
                <a:ea typeface="DejaVu Sans"/>
                <a:cs typeface="DejaVu Sans"/>
              </a:defRPr>
            </a:lvl9pPr>
          </a:lstStyle>
          <a:p>
            <a:pPr>
              <a:defRPr sz="2550" b="1">
                <a:solidFill>
                  <a:srgbClr val="14766E"/>
                </a:solidFill>
                <a:latin typeface="DejaVu Sans"/>
                <a:ea typeface="DejaVu Sans"/>
                <a:cs typeface="DejaVu Sans"/>
              </a:defRPr>
            </a:pPr>
            <a:r>
              <a:rPr sz="2550" b="1">
                <a:solidFill>
                  <a:srgbClr val="14766E"/>
                </a:solidFill>
                <a:latin typeface="DejaVu Sans"/>
                <a:ea typeface="DejaVu Sans"/>
                <a:cs typeface="DejaVu Sans"/>
              </a:rPr>
              <a:t>Gradual adoption for projects with evolving needs</a:t>
            </a:r>
          </a:p>
        </p:txBody>
      </p:sp>
      <p:sp>
        <p:nvSpPr>
          <p:cNvPr id="6" name="text-4">
            <a:extLst>
              <a:ext uri="{FF2B5EF4-FFF2-40B4-BE49-F238E27FC236}">
                <a16:creationId xmlns:a16="http://schemas.microsoft.com/office/drawing/2014/main" id="{1E6FFD60-4430-48C8-894C-C6E3856C1F20}"/>
              </a:ext>
            </a:extLst>
          </p:cNvPr>
          <p:cNvSpPr>
            <a:spLocks noGrp="1"/>
          </p:cNvSpPr>
          <p:nvPr/>
        </p:nvSpPr>
        <p:spPr>
          <a:xfrm>
            <a:off x="834679" y="2430464"/>
            <a:ext cx="2809875" cy="523875"/>
          </a:xfrm>
          <a:prstGeom prst="rect">
            <a:avLst/>
          </a:prstGeom>
          <a:noFill/>
          <a:ln w="0">
            <a:noFill/>
            <a:prstDash val="solid"/>
          </a:ln>
        </p:spPr>
        <p:txBody>
          <a:bodyPr lIns="0" tIns="0" rIns="0" bIns="0" anchor="t"/>
          <a:lstStyle>
            <a:defPPr>
              <a:defRPr lang="en-US" sz="2025" b="1">
                <a:solidFill>
                  <a:srgbClr val="14766E"/>
                </a:solidFill>
                <a:latin typeface="DejaVu Sans"/>
                <a:ea typeface="DejaVu Sans"/>
                <a:cs typeface="DejaVu Sans"/>
              </a:defRPr>
            </a:defPPr>
            <a:lvl1pPr marL="0" algn="l" defTabSz="914400" rtl="0" eaLnBrk="1" latinLnBrk="0" hangingPunct="1">
              <a:defRPr sz="2025" b="1" kern="1200">
                <a:solidFill>
                  <a:srgbClr val="14766E"/>
                </a:solidFill>
                <a:latin typeface="DejaVu Sans"/>
                <a:ea typeface="DejaVu Sans"/>
                <a:cs typeface="DejaVu Sans"/>
              </a:defRPr>
            </a:lvl1pPr>
            <a:lvl2pPr marL="457200" algn="l" defTabSz="914400" rtl="0" eaLnBrk="1" latinLnBrk="0" hangingPunct="1">
              <a:defRPr sz="2025" b="1" kern="1200">
                <a:solidFill>
                  <a:srgbClr val="14766E"/>
                </a:solidFill>
                <a:latin typeface="DejaVu Sans"/>
                <a:ea typeface="DejaVu Sans"/>
                <a:cs typeface="DejaVu Sans"/>
              </a:defRPr>
            </a:lvl2pPr>
            <a:lvl3pPr marL="914400" algn="l" defTabSz="914400" rtl="0" eaLnBrk="1" latinLnBrk="0" hangingPunct="1">
              <a:defRPr sz="2025" b="1" kern="1200">
                <a:solidFill>
                  <a:srgbClr val="14766E"/>
                </a:solidFill>
                <a:latin typeface="DejaVu Sans"/>
                <a:ea typeface="DejaVu Sans"/>
                <a:cs typeface="DejaVu Sans"/>
              </a:defRPr>
            </a:lvl3pPr>
            <a:lvl4pPr marL="1371600" algn="l" defTabSz="914400" rtl="0" eaLnBrk="1" latinLnBrk="0" hangingPunct="1">
              <a:defRPr sz="2025" b="1" kern="1200">
                <a:solidFill>
                  <a:srgbClr val="14766E"/>
                </a:solidFill>
                <a:latin typeface="DejaVu Sans"/>
                <a:ea typeface="DejaVu Sans"/>
                <a:cs typeface="DejaVu Sans"/>
              </a:defRPr>
            </a:lvl4pPr>
            <a:lvl5pPr marL="1828800" algn="l" defTabSz="914400" rtl="0" eaLnBrk="1" latinLnBrk="0" hangingPunct="1">
              <a:defRPr sz="2025" b="1" kern="1200">
                <a:solidFill>
                  <a:srgbClr val="14766E"/>
                </a:solidFill>
                <a:latin typeface="DejaVu Sans"/>
                <a:ea typeface="DejaVu Sans"/>
                <a:cs typeface="DejaVu Sans"/>
              </a:defRPr>
            </a:lvl5pPr>
            <a:lvl6pPr marL="2286000" algn="l" defTabSz="914400" rtl="0" eaLnBrk="1" latinLnBrk="0" hangingPunct="1">
              <a:defRPr sz="2025" b="1" kern="1200">
                <a:solidFill>
                  <a:srgbClr val="14766E"/>
                </a:solidFill>
                <a:latin typeface="DejaVu Sans"/>
                <a:ea typeface="DejaVu Sans"/>
                <a:cs typeface="DejaVu Sans"/>
              </a:defRPr>
            </a:lvl6pPr>
            <a:lvl7pPr marL="2743200" algn="l" defTabSz="914400" rtl="0" eaLnBrk="1" latinLnBrk="0" hangingPunct="1">
              <a:defRPr sz="2025" b="1" kern="1200">
                <a:solidFill>
                  <a:srgbClr val="14766E"/>
                </a:solidFill>
                <a:latin typeface="DejaVu Sans"/>
                <a:ea typeface="DejaVu Sans"/>
                <a:cs typeface="DejaVu Sans"/>
              </a:defRPr>
            </a:lvl7pPr>
            <a:lvl8pPr marL="3200400" algn="l" defTabSz="914400" rtl="0" eaLnBrk="1" latinLnBrk="0" hangingPunct="1">
              <a:defRPr sz="2025" b="1" kern="1200">
                <a:solidFill>
                  <a:srgbClr val="14766E"/>
                </a:solidFill>
                <a:latin typeface="DejaVu Sans"/>
                <a:ea typeface="DejaVu Sans"/>
                <a:cs typeface="DejaVu Sans"/>
              </a:defRPr>
            </a:lvl8pPr>
            <a:lvl9pPr marL="3657600" algn="l" defTabSz="914400" rtl="0" eaLnBrk="1" latinLnBrk="0" hangingPunct="1">
              <a:defRPr sz="2025" b="1" kern="1200">
                <a:solidFill>
                  <a:srgbClr val="14766E"/>
                </a:solidFill>
                <a:latin typeface="DejaVu Sans"/>
                <a:ea typeface="DejaVu Sans"/>
                <a:cs typeface="DejaVu Sans"/>
              </a:defRPr>
            </a:lvl9pPr>
          </a:lstStyle>
          <a:p>
            <a:pPr>
              <a:defRPr sz="2025" b="1">
                <a:solidFill>
                  <a:srgbClr val="14766E"/>
                </a:solidFill>
                <a:latin typeface="DejaVu Sans"/>
                <a:ea typeface="DejaVu Sans"/>
                <a:cs typeface="DejaVu Sans"/>
              </a:defRPr>
            </a:pPr>
            <a:r>
              <a:rPr sz="2025" b="1" dirty="0">
                <a:solidFill>
                  <a:schemeClr val="accent5">
                    <a:lumMod val="50000"/>
                  </a:schemeClr>
                </a:solidFill>
                <a:latin typeface="DejaVu Sans"/>
                <a:ea typeface="DejaVu Sans"/>
                <a:cs typeface="DejaVu Sans"/>
              </a:rPr>
              <a:t>Team support</a:t>
            </a:r>
          </a:p>
        </p:txBody>
      </p:sp>
      <p:sp>
        <p:nvSpPr>
          <p:cNvPr id="7" name="text-5">
            <a:extLst>
              <a:ext uri="{FF2B5EF4-FFF2-40B4-BE49-F238E27FC236}">
                <a16:creationId xmlns:a16="http://schemas.microsoft.com/office/drawing/2014/main" id="{B44CFB94-F520-4452-AA54-8555EB468F59}"/>
              </a:ext>
            </a:extLst>
          </p:cNvPr>
          <p:cNvSpPr>
            <a:spLocks noGrp="1"/>
          </p:cNvSpPr>
          <p:nvPr/>
        </p:nvSpPr>
        <p:spPr>
          <a:xfrm>
            <a:off x="4539906" y="2430464"/>
            <a:ext cx="7652094" cy="714375"/>
          </a:xfrm>
          <a:prstGeom prst="rect">
            <a:avLst/>
          </a:prstGeom>
          <a:noFill/>
          <a:ln w="0">
            <a:noFill/>
            <a:prstDash val="solid"/>
          </a:ln>
        </p:spPr>
        <p:txBody>
          <a:bodyPr lIns="0" tIns="0" rIns="0" bIns="0" anchor="t"/>
          <a:lstStyle>
            <a:defPPr>
              <a:defRPr lang="en-US" sz="2025" b="0">
                <a:solidFill>
                  <a:srgbClr val="243C45"/>
                </a:solidFill>
                <a:latin typeface="DejaVu Sans"/>
                <a:ea typeface="DejaVu Sans"/>
                <a:cs typeface="DejaVu Sans"/>
              </a:defRPr>
            </a:defPPr>
            <a:lvl1pPr marL="0" algn="l" defTabSz="914400" rtl="0" eaLnBrk="1" latinLnBrk="0" hangingPunct="1">
              <a:defRPr sz="2025" b="0" kern="1200">
                <a:solidFill>
                  <a:srgbClr val="243C45"/>
                </a:solidFill>
                <a:latin typeface="DejaVu Sans"/>
                <a:ea typeface="DejaVu Sans"/>
                <a:cs typeface="DejaVu Sans"/>
              </a:defRPr>
            </a:lvl1pPr>
            <a:lvl2pPr marL="457200" algn="l" defTabSz="914400" rtl="0" eaLnBrk="1" latinLnBrk="0" hangingPunct="1">
              <a:defRPr sz="2025" b="0" kern="1200">
                <a:solidFill>
                  <a:srgbClr val="243C45"/>
                </a:solidFill>
                <a:latin typeface="DejaVu Sans"/>
                <a:ea typeface="DejaVu Sans"/>
                <a:cs typeface="DejaVu Sans"/>
              </a:defRPr>
            </a:lvl2pPr>
            <a:lvl3pPr marL="914400" algn="l" defTabSz="914400" rtl="0" eaLnBrk="1" latinLnBrk="0" hangingPunct="1">
              <a:defRPr sz="2025" b="0" kern="1200">
                <a:solidFill>
                  <a:srgbClr val="243C45"/>
                </a:solidFill>
                <a:latin typeface="DejaVu Sans"/>
                <a:ea typeface="DejaVu Sans"/>
                <a:cs typeface="DejaVu Sans"/>
              </a:defRPr>
            </a:lvl3pPr>
            <a:lvl4pPr marL="1371600" algn="l" defTabSz="914400" rtl="0" eaLnBrk="1" latinLnBrk="0" hangingPunct="1">
              <a:defRPr sz="2025" b="0" kern="1200">
                <a:solidFill>
                  <a:srgbClr val="243C45"/>
                </a:solidFill>
                <a:latin typeface="DejaVu Sans"/>
                <a:ea typeface="DejaVu Sans"/>
                <a:cs typeface="DejaVu Sans"/>
              </a:defRPr>
            </a:lvl4pPr>
            <a:lvl5pPr marL="1828800" algn="l" defTabSz="914400" rtl="0" eaLnBrk="1" latinLnBrk="0" hangingPunct="1">
              <a:defRPr sz="2025" b="0" kern="1200">
                <a:solidFill>
                  <a:srgbClr val="243C45"/>
                </a:solidFill>
                <a:latin typeface="DejaVu Sans"/>
                <a:ea typeface="DejaVu Sans"/>
                <a:cs typeface="DejaVu Sans"/>
              </a:defRPr>
            </a:lvl5pPr>
            <a:lvl6pPr marL="2286000" algn="l" defTabSz="914400" rtl="0" eaLnBrk="1" latinLnBrk="0" hangingPunct="1">
              <a:defRPr sz="2025" b="0" kern="1200">
                <a:solidFill>
                  <a:srgbClr val="243C45"/>
                </a:solidFill>
                <a:latin typeface="DejaVu Sans"/>
                <a:ea typeface="DejaVu Sans"/>
                <a:cs typeface="DejaVu Sans"/>
              </a:defRPr>
            </a:lvl6pPr>
            <a:lvl7pPr marL="2743200" algn="l" defTabSz="914400" rtl="0" eaLnBrk="1" latinLnBrk="0" hangingPunct="1">
              <a:defRPr sz="2025" b="0" kern="1200">
                <a:solidFill>
                  <a:srgbClr val="243C45"/>
                </a:solidFill>
                <a:latin typeface="DejaVu Sans"/>
                <a:ea typeface="DejaVu Sans"/>
                <a:cs typeface="DejaVu Sans"/>
              </a:defRPr>
            </a:lvl7pPr>
            <a:lvl8pPr marL="3200400" algn="l" defTabSz="914400" rtl="0" eaLnBrk="1" latinLnBrk="0" hangingPunct="1">
              <a:defRPr sz="2025" b="0" kern="1200">
                <a:solidFill>
                  <a:srgbClr val="243C45"/>
                </a:solidFill>
                <a:latin typeface="DejaVu Sans"/>
                <a:ea typeface="DejaVu Sans"/>
                <a:cs typeface="DejaVu Sans"/>
              </a:defRPr>
            </a:lvl8pPr>
            <a:lvl9pPr marL="3657600" algn="l" defTabSz="914400" rtl="0" eaLnBrk="1" latinLnBrk="0" hangingPunct="1">
              <a:defRPr sz="2025" b="0" kern="1200">
                <a:solidFill>
                  <a:srgbClr val="243C45"/>
                </a:solidFill>
                <a:latin typeface="DejaVu Sans"/>
                <a:ea typeface="DejaVu Sans"/>
                <a:cs typeface="DejaVu Sans"/>
              </a:defRPr>
            </a:lvl9pPr>
          </a:lstStyle>
          <a:p>
            <a:pPr>
              <a:defRPr sz="2025" b="0">
                <a:solidFill>
                  <a:srgbClr val="243C45"/>
                </a:solidFill>
                <a:latin typeface="DejaVu Sans"/>
                <a:ea typeface="DejaVu Sans"/>
                <a:cs typeface="DejaVu Sans"/>
              </a:defRPr>
            </a:pPr>
            <a:r>
              <a:rPr sz="2025" b="0">
                <a:solidFill>
                  <a:srgbClr val="243C45"/>
                </a:solidFill>
                <a:latin typeface="DejaVu Sans"/>
                <a:ea typeface="DejaVu Sans"/>
                <a:cs typeface="DejaVu Sans"/>
              </a:rPr>
              <a:t>Provide Scrum coaching and timely product decisions</a:t>
            </a:r>
          </a:p>
        </p:txBody>
      </p:sp>
      <p:sp>
        <p:nvSpPr>
          <p:cNvPr id="8" name="text-6">
            <a:extLst>
              <a:ext uri="{FF2B5EF4-FFF2-40B4-BE49-F238E27FC236}">
                <a16:creationId xmlns:a16="http://schemas.microsoft.com/office/drawing/2014/main" id="{121DA31B-3361-4505-9E45-DE43EAB1C66F}"/>
              </a:ext>
            </a:extLst>
          </p:cNvPr>
          <p:cNvSpPr>
            <a:spLocks noGrp="1"/>
          </p:cNvSpPr>
          <p:nvPr/>
        </p:nvSpPr>
        <p:spPr>
          <a:xfrm>
            <a:off x="834679" y="3429000"/>
            <a:ext cx="2809875" cy="523875"/>
          </a:xfrm>
          <a:prstGeom prst="rect">
            <a:avLst/>
          </a:prstGeom>
          <a:noFill/>
          <a:ln w="0">
            <a:noFill/>
            <a:prstDash val="solid"/>
          </a:ln>
        </p:spPr>
        <p:txBody>
          <a:bodyPr lIns="0" tIns="0" rIns="0" bIns="0" anchor="t"/>
          <a:lstStyle>
            <a:defPPr>
              <a:defRPr lang="en-US" sz="2025" b="1">
                <a:solidFill>
                  <a:srgbClr val="14766E"/>
                </a:solidFill>
                <a:latin typeface="DejaVu Sans"/>
                <a:ea typeface="DejaVu Sans"/>
                <a:cs typeface="DejaVu Sans"/>
              </a:defRPr>
            </a:defPPr>
            <a:lvl1pPr marL="0" algn="l" defTabSz="914400" rtl="0" eaLnBrk="1" latinLnBrk="0" hangingPunct="1">
              <a:defRPr sz="2025" b="1" kern="1200">
                <a:solidFill>
                  <a:srgbClr val="14766E"/>
                </a:solidFill>
                <a:latin typeface="DejaVu Sans"/>
                <a:ea typeface="DejaVu Sans"/>
                <a:cs typeface="DejaVu Sans"/>
              </a:defRPr>
            </a:lvl1pPr>
            <a:lvl2pPr marL="457200" algn="l" defTabSz="914400" rtl="0" eaLnBrk="1" latinLnBrk="0" hangingPunct="1">
              <a:defRPr sz="2025" b="1" kern="1200">
                <a:solidFill>
                  <a:srgbClr val="14766E"/>
                </a:solidFill>
                <a:latin typeface="DejaVu Sans"/>
                <a:ea typeface="DejaVu Sans"/>
                <a:cs typeface="DejaVu Sans"/>
              </a:defRPr>
            </a:lvl2pPr>
            <a:lvl3pPr marL="914400" algn="l" defTabSz="914400" rtl="0" eaLnBrk="1" latinLnBrk="0" hangingPunct="1">
              <a:defRPr sz="2025" b="1" kern="1200">
                <a:solidFill>
                  <a:srgbClr val="14766E"/>
                </a:solidFill>
                <a:latin typeface="DejaVu Sans"/>
                <a:ea typeface="DejaVu Sans"/>
                <a:cs typeface="DejaVu Sans"/>
              </a:defRPr>
            </a:lvl3pPr>
            <a:lvl4pPr marL="1371600" algn="l" defTabSz="914400" rtl="0" eaLnBrk="1" latinLnBrk="0" hangingPunct="1">
              <a:defRPr sz="2025" b="1" kern="1200">
                <a:solidFill>
                  <a:srgbClr val="14766E"/>
                </a:solidFill>
                <a:latin typeface="DejaVu Sans"/>
                <a:ea typeface="DejaVu Sans"/>
                <a:cs typeface="DejaVu Sans"/>
              </a:defRPr>
            </a:lvl4pPr>
            <a:lvl5pPr marL="1828800" algn="l" defTabSz="914400" rtl="0" eaLnBrk="1" latinLnBrk="0" hangingPunct="1">
              <a:defRPr sz="2025" b="1" kern="1200">
                <a:solidFill>
                  <a:srgbClr val="14766E"/>
                </a:solidFill>
                <a:latin typeface="DejaVu Sans"/>
                <a:ea typeface="DejaVu Sans"/>
                <a:cs typeface="DejaVu Sans"/>
              </a:defRPr>
            </a:lvl5pPr>
            <a:lvl6pPr marL="2286000" algn="l" defTabSz="914400" rtl="0" eaLnBrk="1" latinLnBrk="0" hangingPunct="1">
              <a:defRPr sz="2025" b="1" kern="1200">
                <a:solidFill>
                  <a:srgbClr val="14766E"/>
                </a:solidFill>
                <a:latin typeface="DejaVu Sans"/>
                <a:ea typeface="DejaVu Sans"/>
                <a:cs typeface="DejaVu Sans"/>
              </a:defRPr>
            </a:lvl6pPr>
            <a:lvl7pPr marL="2743200" algn="l" defTabSz="914400" rtl="0" eaLnBrk="1" latinLnBrk="0" hangingPunct="1">
              <a:defRPr sz="2025" b="1" kern="1200">
                <a:solidFill>
                  <a:srgbClr val="14766E"/>
                </a:solidFill>
                <a:latin typeface="DejaVu Sans"/>
                <a:ea typeface="DejaVu Sans"/>
                <a:cs typeface="DejaVu Sans"/>
              </a:defRPr>
            </a:lvl7pPr>
            <a:lvl8pPr marL="3200400" algn="l" defTabSz="914400" rtl="0" eaLnBrk="1" latinLnBrk="0" hangingPunct="1">
              <a:defRPr sz="2025" b="1" kern="1200">
                <a:solidFill>
                  <a:srgbClr val="14766E"/>
                </a:solidFill>
                <a:latin typeface="DejaVu Sans"/>
                <a:ea typeface="DejaVu Sans"/>
                <a:cs typeface="DejaVu Sans"/>
              </a:defRPr>
            </a:lvl8pPr>
            <a:lvl9pPr marL="3657600" algn="l" defTabSz="914400" rtl="0" eaLnBrk="1" latinLnBrk="0" hangingPunct="1">
              <a:defRPr sz="2025" b="1" kern="1200">
                <a:solidFill>
                  <a:srgbClr val="14766E"/>
                </a:solidFill>
                <a:latin typeface="DejaVu Sans"/>
                <a:ea typeface="DejaVu Sans"/>
                <a:cs typeface="DejaVu Sans"/>
              </a:defRPr>
            </a:lvl9pPr>
          </a:lstStyle>
          <a:p>
            <a:pPr>
              <a:defRPr sz="2025" b="1">
                <a:solidFill>
                  <a:srgbClr val="14766E"/>
                </a:solidFill>
                <a:latin typeface="DejaVu Sans"/>
                <a:ea typeface="DejaVu Sans"/>
                <a:cs typeface="DejaVu Sans"/>
              </a:defRPr>
            </a:pPr>
            <a:r>
              <a:rPr sz="2025" b="1" dirty="0">
                <a:solidFill>
                  <a:schemeClr val="accent5">
                    <a:lumMod val="50000"/>
                  </a:schemeClr>
                </a:solidFill>
                <a:latin typeface="DejaVu Sans"/>
                <a:ea typeface="DejaVu Sans"/>
                <a:cs typeface="DejaVu Sans"/>
              </a:rPr>
              <a:t>Shared tools</a:t>
            </a:r>
          </a:p>
        </p:txBody>
      </p:sp>
      <p:sp>
        <p:nvSpPr>
          <p:cNvPr id="10" name="text-7">
            <a:extLst>
              <a:ext uri="{FF2B5EF4-FFF2-40B4-BE49-F238E27FC236}">
                <a16:creationId xmlns:a16="http://schemas.microsoft.com/office/drawing/2014/main" id="{D00F9406-BD0F-498C-B31A-3D2E09A45C4E}"/>
              </a:ext>
            </a:extLst>
          </p:cNvPr>
          <p:cNvSpPr>
            <a:spLocks noGrp="1"/>
          </p:cNvSpPr>
          <p:nvPr/>
        </p:nvSpPr>
        <p:spPr>
          <a:xfrm>
            <a:off x="4539906" y="3429000"/>
            <a:ext cx="7715250" cy="714375"/>
          </a:xfrm>
          <a:prstGeom prst="rect">
            <a:avLst/>
          </a:prstGeom>
          <a:noFill/>
          <a:ln w="0">
            <a:noFill/>
            <a:prstDash val="solid"/>
          </a:ln>
        </p:spPr>
        <p:txBody>
          <a:bodyPr lIns="0" tIns="0" rIns="0" bIns="0" anchor="t"/>
          <a:lstStyle>
            <a:defPPr>
              <a:defRPr lang="en-US" sz="2025" b="0">
                <a:solidFill>
                  <a:srgbClr val="243C45"/>
                </a:solidFill>
                <a:latin typeface="DejaVu Sans"/>
                <a:ea typeface="DejaVu Sans"/>
                <a:cs typeface="DejaVu Sans"/>
              </a:defRPr>
            </a:defPPr>
            <a:lvl1pPr marL="0" algn="l" defTabSz="914400" rtl="0" eaLnBrk="1" latinLnBrk="0" hangingPunct="1">
              <a:defRPr sz="2025" b="0" kern="1200">
                <a:solidFill>
                  <a:srgbClr val="243C45"/>
                </a:solidFill>
                <a:latin typeface="DejaVu Sans"/>
                <a:ea typeface="DejaVu Sans"/>
                <a:cs typeface="DejaVu Sans"/>
              </a:defRPr>
            </a:lvl1pPr>
            <a:lvl2pPr marL="457200" algn="l" defTabSz="914400" rtl="0" eaLnBrk="1" latinLnBrk="0" hangingPunct="1">
              <a:defRPr sz="2025" b="0" kern="1200">
                <a:solidFill>
                  <a:srgbClr val="243C45"/>
                </a:solidFill>
                <a:latin typeface="DejaVu Sans"/>
                <a:ea typeface="DejaVu Sans"/>
                <a:cs typeface="DejaVu Sans"/>
              </a:defRPr>
            </a:lvl2pPr>
            <a:lvl3pPr marL="914400" algn="l" defTabSz="914400" rtl="0" eaLnBrk="1" latinLnBrk="0" hangingPunct="1">
              <a:defRPr sz="2025" b="0" kern="1200">
                <a:solidFill>
                  <a:srgbClr val="243C45"/>
                </a:solidFill>
                <a:latin typeface="DejaVu Sans"/>
                <a:ea typeface="DejaVu Sans"/>
                <a:cs typeface="DejaVu Sans"/>
              </a:defRPr>
            </a:lvl3pPr>
            <a:lvl4pPr marL="1371600" algn="l" defTabSz="914400" rtl="0" eaLnBrk="1" latinLnBrk="0" hangingPunct="1">
              <a:defRPr sz="2025" b="0" kern="1200">
                <a:solidFill>
                  <a:srgbClr val="243C45"/>
                </a:solidFill>
                <a:latin typeface="DejaVu Sans"/>
                <a:ea typeface="DejaVu Sans"/>
                <a:cs typeface="DejaVu Sans"/>
              </a:defRPr>
            </a:lvl4pPr>
            <a:lvl5pPr marL="1828800" algn="l" defTabSz="914400" rtl="0" eaLnBrk="1" latinLnBrk="0" hangingPunct="1">
              <a:defRPr sz="2025" b="0" kern="1200">
                <a:solidFill>
                  <a:srgbClr val="243C45"/>
                </a:solidFill>
                <a:latin typeface="DejaVu Sans"/>
                <a:ea typeface="DejaVu Sans"/>
                <a:cs typeface="DejaVu Sans"/>
              </a:defRPr>
            </a:lvl5pPr>
            <a:lvl6pPr marL="2286000" algn="l" defTabSz="914400" rtl="0" eaLnBrk="1" latinLnBrk="0" hangingPunct="1">
              <a:defRPr sz="2025" b="0" kern="1200">
                <a:solidFill>
                  <a:srgbClr val="243C45"/>
                </a:solidFill>
                <a:latin typeface="DejaVu Sans"/>
                <a:ea typeface="DejaVu Sans"/>
                <a:cs typeface="DejaVu Sans"/>
              </a:defRPr>
            </a:lvl6pPr>
            <a:lvl7pPr marL="2743200" algn="l" defTabSz="914400" rtl="0" eaLnBrk="1" latinLnBrk="0" hangingPunct="1">
              <a:defRPr sz="2025" b="0" kern="1200">
                <a:solidFill>
                  <a:srgbClr val="243C45"/>
                </a:solidFill>
                <a:latin typeface="DejaVu Sans"/>
                <a:ea typeface="DejaVu Sans"/>
                <a:cs typeface="DejaVu Sans"/>
              </a:defRPr>
            </a:lvl7pPr>
            <a:lvl8pPr marL="3200400" algn="l" defTabSz="914400" rtl="0" eaLnBrk="1" latinLnBrk="0" hangingPunct="1">
              <a:defRPr sz="2025" b="0" kern="1200">
                <a:solidFill>
                  <a:srgbClr val="243C45"/>
                </a:solidFill>
                <a:latin typeface="DejaVu Sans"/>
                <a:ea typeface="DejaVu Sans"/>
                <a:cs typeface="DejaVu Sans"/>
              </a:defRPr>
            </a:lvl8pPr>
            <a:lvl9pPr marL="3657600" algn="l" defTabSz="914400" rtl="0" eaLnBrk="1" latinLnBrk="0" hangingPunct="1">
              <a:defRPr sz="2025" b="0" kern="1200">
                <a:solidFill>
                  <a:srgbClr val="243C45"/>
                </a:solidFill>
                <a:latin typeface="DejaVu Sans"/>
                <a:ea typeface="DejaVu Sans"/>
                <a:cs typeface="DejaVu Sans"/>
              </a:defRPr>
            </a:lvl9pPr>
          </a:lstStyle>
          <a:p>
            <a:pPr>
              <a:defRPr sz="2025" b="0">
                <a:solidFill>
                  <a:srgbClr val="243C45"/>
                </a:solidFill>
                <a:latin typeface="DejaVu Sans"/>
                <a:ea typeface="DejaVu Sans"/>
                <a:cs typeface="DejaVu Sans"/>
              </a:defRPr>
            </a:pPr>
            <a:r>
              <a:rPr sz="2025" b="0">
                <a:solidFill>
                  <a:srgbClr val="243C45"/>
                </a:solidFill>
                <a:latin typeface="DejaVu Sans"/>
                <a:ea typeface="DejaVu Sans"/>
                <a:cs typeface="DejaVu Sans"/>
              </a:rPr>
              <a:t>Use Azure Boards to connect stories, tasks, bugs, and discussion</a:t>
            </a:r>
          </a:p>
        </p:txBody>
      </p:sp>
      <p:sp>
        <p:nvSpPr>
          <p:cNvPr id="12" name="text-8">
            <a:extLst>
              <a:ext uri="{FF2B5EF4-FFF2-40B4-BE49-F238E27FC236}">
                <a16:creationId xmlns:a16="http://schemas.microsoft.com/office/drawing/2014/main" id="{5CB64C7E-4E06-4A66-B0BE-37DC57FB6416}"/>
              </a:ext>
            </a:extLst>
          </p:cNvPr>
          <p:cNvSpPr>
            <a:spLocks noGrp="1"/>
          </p:cNvSpPr>
          <p:nvPr/>
        </p:nvSpPr>
        <p:spPr>
          <a:xfrm>
            <a:off x="834679" y="4427536"/>
            <a:ext cx="2809875" cy="523875"/>
          </a:xfrm>
          <a:prstGeom prst="rect">
            <a:avLst/>
          </a:prstGeom>
          <a:noFill/>
          <a:ln w="0">
            <a:noFill/>
            <a:prstDash val="solid"/>
          </a:ln>
        </p:spPr>
        <p:txBody>
          <a:bodyPr lIns="0" tIns="0" rIns="0" bIns="0" anchor="t"/>
          <a:lstStyle>
            <a:defPPr>
              <a:defRPr lang="en-US" sz="2025" b="1">
                <a:solidFill>
                  <a:srgbClr val="14766E"/>
                </a:solidFill>
                <a:latin typeface="DejaVu Sans"/>
                <a:ea typeface="DejaVu Sans"/>
                <a:cs typeface="DejaVu Sans"/>
              </a:defRPr>
            </a:defPPr>
            <a:lvl1pPr marL="0" algn="l" defTabSz="914400" rtl="0" eaLnBrk="1" latinLnBrk="0" hangingPunct="1">
              <a:defRPr sz="2025" b="1" kern="1200">
                <a:solidFill>
                  <a:srgbClr val="14766E"/>
                </a:solidFill>
                <a:latin typeface="DejaVu Sans"/>
                <a:ea typeface="DejaVu Sans"/>
                <a:cs typeface="DejaVu Sans"/>
              </a:defRPr>
            </a:lvl1pPr>
            <a:lvl2pPr marL="457200" algn="l" defTabSz="914400" rtl="0" eaLnBrk="1" latinLnBrk="0" hangingPunct="1">
              <a:defRPr sz="2025" b="1" kern="1200">
                <a:solidFill>
                  <a:srgbClr val="14766E"/>
                </a:solidFill>
                <a:latin typeface="DejaVu Sans"/>
                <a:ea typeface="DejaVu Sans"/>
                <a:cs typeface="DejaVu Sans"/>
              </a:defRPr>
            </a:lvl2pPr>
            <a:lvl3pPr marL="914400" algn="l" defTabSz="914400" rtl="0" eaLnBrk="1" latinLnBrk="0" hangingPunct="1">
              <a:defRPr sz="2025" b="1" kern="1200">
                <a:solidFill>
                  <a:srgbClr val="14766E"/>
                </a:solidFill>
                <a:latin typeface="DejaVu Sans"/>
                <a:ea typeface="DejaVu Sans"/>
                <a:cs typeface="DejaVu Sans"/>
              </a:defRPr>
            </a:lvl3pPr>
            <a:lvl4pPr marL="1371600" algn="l" defTabSz="914400" rtl="0" eaLnBrk="1" latinLnBrk="0" hangingPunct="1">
              <a:defRPr sz="2025" b="1" kern="1200">
                <a:solidFill>
                  <a:srgbClr val="14766E"/>
                </a:solidFill>
                <a:latin typeface="DejaVu Sans"/>
                <a:ea typeface="DejaVu Sans"/>
                <a:cs typeface="DejaVu Sans"/>
              </a:defRPr>
            </a:lvl4pPr>
            <a:lvl5pPr marL="1828800" algn="l" defTabSz="914400" rtl="0" eaLnBrk="1" latinLnBrk="0" hangingPunct="1">
              <a:defRPr sz="2025" b="1" kern="1200">
                <a:solidFill>
                  <a:srgbClr val="14766E"/>
                </a:solidFill>
                <a:latin typeface="DejaVu Sans"/>
                <a:ea typeface="DejaVu Sans"/>
                <a:cs typeface="DejaVu Sans"/>
              </a:defRPr>
            </a:lvl5pPr>
            <a:lvl6pPr marL="2286000" algn="l" defTabSz="914400" rtl="0" eaLnBrk="1" latinLnBrk="0" hangingPunct="1">
              <a:defRPr sz="2025" b="1" kern="1200">
                <a:solidFill>
                  <a:srgbClr val="14766E"/>
                </a:solidFill>
                <a:latin typeface="DejaVu Sans"/>
                <a:ea typeface="DejaVu Sans"/>
                <a:cs typeface="DejaVu Sans"/>
              </a:defRPr>
            </a:lvl6pPr>
            <a:lvl7pPr marL="2743200" algn="l" defTabSz="914400" rtl="0" eaLnBrk="1" latinLnBrk="0" hangingPunct="1">
              <a:defRPr sz="2025" b="1" kern="1200">
                <a:solidFill>
                  <a:srgbClr val="14766E"/>
                </a:solidFill>
                <a:latin typeface="DejaVu Sans"/>
                <a:ea typeface="DejaVu Sans"/>
                <a:cs typeface="DejaVu Sans"/>
              </a:defRPr>
            </a:lvl7pPr>
            <a:lvl8pPr marL="3200400" algn="l" defTabSz="914400" rtl="0" eaLnBrk="1" latinLnBrk="0" hangingPunct="1">
              <a:defRPr sz="2025" b="1" kern="1200">
                <a:solidFill>
                  <a:srgbClr val="14766E"/>
                </a:solidFill>
                <a:latin typeface="DejaVu Sans"/>
                <a:ea typeface="DejaVu Sans"/>
                <a:cs typeface="DejaVu Sans"/>
              </a:defRPr>
            </a:lvl8pPr>
            <a:lvl9pPr marL="3657600" algn="l" defTabSz="914400" rtl="0" eaLnBrk="1" latinLnBrk="0" hangingPunct="1">
              <a:defRPr sz="2025" b="1" kern="1200">
                <a:solidFill>
                  <a:srgbClr val="14766E"/>
                </a:solidFill>
                <a:latin typeface="DejaVu Sans"/>
                <a:ea typeface="DejaVu Sans"/>
                <a:cs typeface="DejaVu Sans"/>
              </a:defRPr>
            </a:lvl9pPr>
          </a:lstStyle>
          <a:p>
            <a:pPr>
              <a:defRPr sz="2025" b="1">
                <a:solidFill>
                  <a:srgbClr val="14766E"/>
                </a:solidFill>
                <a:latin typeface="DejaVu Sans"/>
                <a:ea typeface="DejaVu Sans"/>
                <a:cs typeface="DejaVu Sans"/>
              </a:defRPr>
            </a:pPr>
            <a:r>
              <a:rPr sz="2025" b="1" dirty="0">
                <a:solidFill>
                  <a:schemeClr val="accent5">
                    <a:lumMod val="50000"/>
                  </a:schemeClr>
                </a:solidFill>
                <a:latin typeface="DejaVu Sans"/>
                <a:ea typeface="DejaVu Sans"/>
                <a:cs typeface="DejaVu Sans"/>
              </a:rPr>
              <a:t>Evidence for expansion</a:t>
            </a:r>
          </a:p>
        </p:txBody>
      </p:sp>
      <p:sp>
        <p:nvSpPr>
          <p:cNvPr id="15" name="text-9">
            <a:extLst>
              <a:ext uri="{FF2B5EF4-FFF2-40B4-BE49-F238E27FC236}">
                <a16:creationId xmlns:a16="http://schemas.microsoft.com/office/drawing/2014/main" id="{CE0B3FE3-C8F5-4028-BC04-E59A45EA171A}"/>
              </a:ext>
            </a:extLst>
          </p:cNvPr>
          <p:cNvSpPr>
            <a:spLocks noGrp="1"/>
          </p:cNvSpPr>
          <p:nvPr/>
        </p:nvSpPr>
        <p:spPr>
          <a:xfrm>
            <a:off x="4539906" y="4427536"/>
            <a:ext cx="7652094" cy="714375"/>
          </a:xfrm>
          <a:prstGeom prst="rect">
            <a:avLst/>
          </a:prstGeom>
          <a:noFill/>
          <a:ln w="0">
            <a:noFill/>
            <a:prstDash val="solid"/>
          </a:ln>
        </p:spPr>
        <p:txBody>
          <a:bodyPr lIns="0" tIns="0" rIns="0" bIns="0" anchor="t"/>
          <a:lstStyle>
            <a:defPPr>
              <a:defRPr lang="en-US" sz="2025" b="0">
                <a:solidFill>
                  <a:srgbClr val="243C45"/>
                </a:solidFill>
                <a:latin typeface="DejaVu Sans"/>
                <a:ea typeface="DejaVu Sans"/>
                <a:cs typeface="DejaVu Sans"/>
              </a:defRPr>
            </a:defPPr>
            <a:lvl1pPr marL="0" algn="l" defTabSz="914400" rtl="0" eaLnBrk="1" latinLnBrk="0" hangingPunct="1">
              <a:defRPr sz="2025" b="0" kern="1200">
                <a:solidFill>
                  <a:srgbClr val="243C45"/>
                </a:solidFill>
                <a:latin typeface="DejaVu Sans"/>
                <a:ea typeface="DejaVu Sans"/>
                <a:cs typeface="DejaVu Sans"/>
              </a:defRPr>
            </a:lvl1pPr>
            <a:lvl2pPr marL="457200" algn="l" defTabSz="914400" rtl="0" eaLnBrk="1" latinLnBrk="0" hangingPunct="1">
              <a:defRPr sz="2025" b="0" kern="1200">
                <a:solidFill>
                  <a:srgbClr val="243C45"/>
                </a:solidFill>
                <a:latin typeface="DejaVu Sans"/>
                <a:ea typeface="DejaVu Sans"/>
                <a:cs typeface="DejaVu Sans"/>
              </a:defRPr>
            </a:lvl2pPr>
            <a:lvl3pPr marL="914400" algn="l" defTabSz="914400" rtl="0" eaLnBrk="1" latinLnBrk="0" hangingPunct="1">
              <a:defRPr sz="2025" b="0" kern="1200">
                <a:solidFill>
                  <a:srgbClr val="243C45"/>
                </a:solidFill>
                <a:latin typeface="DejaVu Sans"/>
                <a:ea typeface="DejaVu Sans"/>
                <a:cs typeface="DejaVu Sans"/>
              </a:defRPr>
            </a:lvl3pPr>
            <a:lvl4pPr marL="1371600" algn="l" defTabSz="914400" rtl="0" eaLnBrk="1" latinLnBrk="0" hangingPunct="1">
              <a:defRPr sz="2025" b="0" kern="1200">
                <a:solidFill>
                  <a:srgbClr val="243C45"/>
                </a:solidFill>
                <a:latin typeface="DejaVu Sans"/>
                <a:ea typeface="DejaVu Sans"/>
                <a:cs typeface="DejaVu Sans"/>
              </a:defRPr>
            </a:lvl4pPr>
            <a:lvl5pPr marL="1828800" algn="l" defTabSz="914400" rtl="0" eaLnBrk="1" latinLnBrk="0" hangingPunct="1">
              <a:defRPr sz="2025" b="0" kern="1200">
                <a:solidFill>
                  <a:srgbClr val="243C45"/>
                </a:solidFill>
                <a:latin typeface="DejaVu Sans"/>
                <a:ea typeface="DejaVu Sans"/>
                <a:cs typeface="DejaVu Sans"/>
              </a:defRPr>
            </a:lvl5pPr>
            <a:lvl6pPr marL="2286000" algn="l" defTabSz="914400" rtl="0" eaLnBrk="1" latinLnBrk="0" hangingPunct="1">
              <a:defRPr sz="2025" b="0" kern="1200">
                <a:solidFill>
                  <a:srgbClr val="243C45"/>
                </a:solidFill>
                <a:latin typeface="DejaVu Sans"/>
                <a:ea typeface="DejaVu Sans"/>
                <a:cs typeface="DejaVu Sans"/>
              </a:defRPr>
            </a:lvl6pPr>
            <a:lvl7pPr marL="2743200" algn="l" defTabSz="914400" rtl="0" eaLnBrk="1" latinLnBrk="0" hangingPunct="1">
              <a:defRPr sz="2025" b="0" kern="1200">
                <a:solidFill>
                  <a:srgbClr val="243C45"/>
                </a:solidFill>
                <a:latin typeface="DejaVu Sans"/>
                <a:ea typeface="DejaVu Sans"/>
                <a:cs typeface="DejaVu Sans"/>
              </a:defRPr>
            </a:lvl7pPr>
            <a:lvl8pPr marL="3200400" algn="l" defTabSz="914400" rtl="0" eaLnBrk="1" latinLnBrk="0" hangingPunct="1">
              <a:defRPr sz="2025" b="0" kern="1200">
                <a:solidFill>
                  <a:srgbClr val="243C45"/>
                </a:solidFill>
                <a:latin typeface="DejaVu Sans"/>
                <a:ea typeface="DejaVu Sans"/>
                <a:cs typeface="DejaVu Sans"/>
              </a:defRPr>
            </a:lvl8pPr>
            <a:lvl9pPr marL="3657600" algn="l" defTabSz="914400" rtl="0" eaLnBrk="1" latinLnBrk="0" hangingPunct="1">
              <a:defRPr sz="2025" b="0" kern="1200">
                <a:solidFill>
                  <a:srgbClr val="243C45"/>
                </a:solidFill>
                <a:latin typeface="DejaVu Sans"/>
                <a:ea typeface="DejaVu Sans"/>
                <a:cs typeface="DejaVu Sans"/>
              </a:defRPr>
            </a:lvl9pPr>
          </a:lstStyle>
          <a:p>
            <a:pPr>
              <a:defRPr sz="2025" b="0">
                <a:solidFill>
                  <a:srgbClr val="243C45"/>
                </a:solidFill>
                <a:latin typeface="DejaVu Sans"/>
                <a:ea typeface="DejaVu Sans"/>
                <a:cs typeface="DejaVu Sans"/>
              </a:defRPr>
            </a:pPr>
            <a:r>
              <a:rPr sz="2025" b="0">
                <a:solidFill>
                  <a:srgbClr val="243C45"/>
                </a:solidFill>
                <a:latin typeface="DejaVu Sans"/>
                <a:ea typeface="DejaVu Sans"/>
                <a:cs typeface="DejaVu Sans"/>
              </a:rPr>
              <a:t>Review useful increments, quality, feedback, and predictability</a:t>
            </a:r>
          </a:p>
        </p:txBody>
      </p:sp>
      <p:sp>
        <p:nvSpPr>
          <p:cNvPr id="16" name="text-1">
            <a:extLst>
              <a:ext uri="{FF2B5EF4-FFF2-40B4-BE49-F238E27FC236}">
                <a16:creationId xmlns:a16="http://schemas.microsoft.com/office/drawing/2014/main" id="{D6287D94-0822-4E77-A8BA-C17398A4420E}"/>
              </a:ext>
            </a:extLst>
          </p:cNvPr>
          <p:cNvSpPr>
            <a:spLocks noGrp="1"/>
          </p:cNvSpPr>
          <p:nvPr/>
        </p:nvSpPr>
        <p:spPr>
          <a:xfrm>
            <a:off x="834679" y="6040507"/>
            <a:ext cx="10287000" cy="342900"/>
          </a:xfrm>
          <a:prstGeom prst="rect">
            <a:avLst/>
          </a:prstGeom>
          <a:noFill/>
          <a:ln w="0">
            <a:noFill/>
            <a:prstDash val="solid"/>
          </a:ln>
        </p:spPr>
        <p:txBody>
          <a:bodyPr lIns="0" tIns="0" rIns="0" bIns="0" anchor="t"/>
          <a:lstStyle>
            <a:defPPr>
              <a:defRPr lang="en-US" sz="1200" b="0">
                <a:solidFill>
                  <a:srgbClr val="53656A"/>
                </a:solidFill>
                <a:latin typeface="DejaVu Sans"/>
                <a:ea typeface="DejaVu Sans"/>
                <a:cs typeface="DejaVu Sans"/>
              </a:defRPr>
            </a:defPPr>
            <a:lvl1pPr marL="0" algn="l" defTabSz="914400" rtl="0" eaLnBrk="1" latinLnBrk="0" hangingPunct="1">
              <a:defRPr sz="1200" b="0" kern="1200">
                <a:solidFill>
                  <a:srgbClr val="53656A"/>
                </a:solidFill>
                <a:latin typeface="DejaVu Sans"/>
                <a:ea typeface="DejaVu Sans"/>
                <a:cs typeface="DejaVu Sans"/>
              </a:defRPr>
            </a:lvl1pPr>
            <a:lvl2pPr marL="457200" algn="l" defTabSz="914400" rtl="0" eaLnBrk="1" latinLnBrk="0" hangingPunct="1">
              <a:defRPr sz="1200" b="0" kern="1200">
                <a:solidFill>
                  <a:srgbClr val="53656A"/>
                </a:solidFill>
                <a:latin typeface="DejaVu Sans"/>
                <a:ea typeface="DejaVu Sans"/>
                <a:cs typeface="DejaVu Sans"/>
              </a:defRPr>
            </a:lvl2pPr>
            <a:lvl3pPr marL="914400" algn="l" defTabSz="914400" rtl="0" eaLnBrk="1" latinLnBrk="0" hangingPunct="1">
              <a:defRPr sz="1200" b="0" kern="1200">
                <a:solidFill>
                  <a:srgbClr val="53656A"/>
                </a:solidFill>
                <a:latin typeface="DejaVu Sans"/>
                <a:ea typeface="DejaVu Sans"/>
                <a:cs typeface="DejaVu Sans"/>
              </a:defRPr>
            </a:lvl3pPr>
            <a:lvl4pPr marL="1371600" algn="l" defTabSz="914400" rtl="0" eaLnBrk="1" latinLnBrk="0" hangingPunct="1">
              <a:defRPr sz="1200" b="0" kern="1200">
                <a:solidFill>
                  <a:srgbClr val="53656A"/>
                </a:solidFill>
                <a:latin typeface="DejaVu Sans"/>
                <a:ea typeface="DejaVu Sans"/>
                <a:cs typeface="DejaVu Sans"/>
              </a:defRPr>
            </a:lvl4pPr>
            <a:lvl5pPr marL="1828800" algn="l" defTabSz="914400" rtl="0" eaLnBrk="1" latinLnBrk="0" hangingPunct="1">
              <a:defRPr sz="1200" b="0" kern="1200">
                <a:solidFill>
                  <a:srgbClr val="53656A"/>
                </a:solidFill>
                <a:latin typeface="DejaVu Sans"/>
                <a:ea typeface="DejaVu Sans"/>
                <a:cs typeface="DejaVu Sans"/>
              </a:defRPr>
            </a:lvl5pPr>
            <a:lvl6pPr marL="2286000" algn="l" defTabSz="914400" rtl="0" eaLnBrk="1" latinLnBrk="0" hangingPunct="1">
              <a:defRPr sz="1200" b="0" kern="1200">
                <a:solidFill>
                  <a:srgbClr val="53656A"/>
                </a:solidFill>
                <a:latin typeface="DejaVu Sans"/>
                <a:ea typeface="DejaVu Sans"/>
                <a:cs typeface="DejaVu Sans"/>
              </a:defRPr>
            </a:lvl6pPr>
            <a:lvl7pPr marL="2743200" algn="l" defTabSz="914400" rtl="0" eaLnBrk="1" latinLnBrk="0" hangingPunct="1">
              <a:defRPr sz="1200" b="0" kern="1200">
                <a:solidFill>
                  <a:srgbClr val="53656A"/>
                </a:solidFill>
                <a:latin typeface="DejaVu Sans"/>
                <a:ea typeface="DejaVu Sans"/>
                <a:cs typeface="DejaVu Sans"/>
              </a:defRPr>
            </a:lvl7pPr>
            <a:lvl8pPr marL="3200400" algn="l" defTabSz="914400" rtl="0" eaLnBrk="1" latinLnBrk="0" hangingPunct="1">
              <a:defRPr sz="1200" b="0" kern="1200">
                <a:solidFill>
                  <a:srgbClr val="53656A"/>
                </a:solidFill>
                <a:latin typeface="DejaVu Sans"/>
                <a:ea typeface="DejaVu Sans"/>
                <a:cs typeface="DejaVu Sans"/>
              </a:defRPr>
            </a:lvl8pPr>
            <a:lvl9pPr marL="3657600" algn="l" defTabSz="914400" rtl="0" eaLnBrk="1" latinLnBrk="0" hangingPunct="1">
              <a:defRPr sz="1200" b="0" kern="1200">
                <a:solidFill>
                  <a:srgbClr val="53656A"/>
                </a:solidFill>
                <a:latin typeface="DejaVu Sans"/>
                <a:ea typeface="DejaVu Sans"/>
                <a:cs typeface="DejaVu Sans"/>
              </a:defRPr>
            </a:lvl9pPr>
          </a:lstStyle>
          <a:p>
            <a:pPr>
              <a:defRPr sz="1200" b="0">
                <a:solidFill>
                  <a:srgbClr val="53656A"/>
                </a:solidFill>
                <a:latin typeface="DejaVu Sans"/>
                <a:ea typeface="DejaVu Sans"/>
                <a:cs typeface="DejaVu Sans"/>
              </a:defRPr>
            </a:pPr>
            <a:r>
              <a:rPr sz="1200" b="0">
                <a:solidFill>
                  <a:srgbClr val="53656A"/>
                </a:solidFill>
                <a:latin typeface="DejaVu Sans"/>
                <a:ea typeface="DejaVu Sans"/>
                <a:cs typeface="DejaVu Sans"/>
              </a:rPr>
              <a:t>(Microsoft, 2025; Mountain Goat Software, 2024)</a:t>
            </a:r>
          </a:p>
        </p:txBody>
      </p:sp>
    </p:spTree>
    <p:extLst>
      <p:ext uri="{BB962C8B-B14F-4D97-AF65-F5344CB8AC3E}">
        <p14:creationId xmlns:p14="http://schemas.microsoft.com/office/powerpoint/2010/main" val="2513920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4F147-6DAA-76E5-21C2-5E3132DDCF60}"/>
              </a:ext>
            </a:extLst>
          </p:cNvPr>
          <p:cNvSpPr>
            <a:spLocks noGrp="1"/>
          </p:cNvSpPr>
          <p:nvPr>
            <p:ph type="title"/>
          </p:nvPr>
        </p:nvSpPr>
        <p:spPr/>
        <p:txBody>
          <a:bodyPr/>
          <a:lstStyle/>
          <a:p>
            <a:r>
              <a:rPr lang="en-US" dirty="0"/>
              <a:t>References:</a:t>
            </a:r>
          </a:p>
        </p:txBody>
      </p:sp>
      <p:sp>
        <p:nvSpPr>
          <p:cNvPr id="4" name="text-2">
            <a:extLst>
              <a:ext uri="{FF2B5EF4-FFF2-40B4-BE49-F238E27FC236}">
                <a16:creationId xmlns:a16="http://schemas.microsoft.com/office/drawing/2014/main" id="{AB18C43D-61ED-403F-914A-46FA1DD25E84}"/>
              </a:ext>
            </a:extLst>
          </p:cNvPr>
          <p:cNvSpPr>
            <a:spLocks noGrp="1"/>
          </p:cNvSpPr>
          <p:nvPr/>
        </p:nvSpPr>
        <p:spPr>
          <a:xfrm>
            <a:off x="800099" y="1763714"/>
            <a:ext cx="10858500" cy="742950"/>
          </a:xfrm>
          <a:prstGeom prst="rect">
            <a:avLst/>
          </a:prstGeom>
          <a:noFill/>
          <a:ln w="0">
            <a:noFill/>
            <a:prstDash val="solid"/>
          </a:ln>
        </p:spPr>
        <p:txBody>
          <a:bodyPr lIns="0" tIns="0" rIns="0" bIns="0" anchor="t"/>
          <a:lstStyle>
            <a:defPPr>
              <a:defRPr lang="en-US" sz="1725" b="0">
                <a:solidFill>
                  <a:srgbClr val="243C45"/>
                </a:solidFill>
                <a:latin typeface="DejaVu Sans"/>
                <a:ea typeface="DejaVu Sans"/>
                <a:cs typeface="DejaVu Sans"/>
              </a:defRPr>
            </a:defPPr>
            <a:lvl1pPr marL="0" algn="l" defTabSz="914400" rtl="0" eaLnBrk="1" latinLnBrk="0" hangingPunct="1">
              <a:defRPr sz="1725" b="0" kern="1200">
                <a:solidFill>
                  <a:srgbClr val="243C45"/>
                </a:solidFill>
                <a:latin typeface="DejaVu Sans"/>
                <a:ea typeface="DejaVu Sans"/>
                <a:cs typeface="DejaVu Sans"/>
              </a:defRPr>
            </a:lvl1pPr>
            <a:lvl2pPr marL="457200" algn="l" defTabSz="914400" rtl="0" eaLnBrk="1" latinLnBrk="0" hangingPunct="1">
              <a:defRPr sz="1725" b="0" kern="1200">
                <a:solidFill>
                  <a:srgbClr val="243C45"/>
                </a:solidFill>
                <a:latin typeface="DejaVu Sans"/>
                <a:ea typeface="DejaVu Sans"/>
                <a:cs typeface="DejaVu Sans"/>
              </a:defRPr>
            </a:lvl2pPr>
            <a:lvl3pPr marL="914400" algn="l" defTabSz="914400" rtl="0" eaLnBrk="1" latinLnBrk="0" hangingPunct="1">
              <a:defRPr sz="1725" b="0" kern="1200">
                <a:solidFill>
                  <a:srgbClr val="243C45"/>
                </a:solidFill>
                <a:latin typeface="DejaVu Sans"/>
                <a:ea typeface="DejaVu Sans"/>
                <a:cs typeface="DejaVu Sans"/>
              </a:defRPr>
            </a:lvl3pPr>
            <a:lvl4pPr marL="1371600" algn="l" defTabSz="914400" rtl="0" eaLnBrk="1" latinLnBrk="0" hangingPunct="1">
              <a:defRPr sz="1725" b="0" kern="1200">
                <a:solidFill>
                  <a:srgbClr val="243C45"/>
                </a:solidFill>
                <a:latin typeface="DejaVu Sans"/>
                <a:ea typeface="DejaVu Sans"/>
                <a:cs typeface="DejaVu Sans"/>
              </a:defRPr>
            </a:lvl4pPr>
            <a:lvl5pPr marL="1828800" algn="l" defTabSz="914400" rtl="0" eaLnBrk="1" latinLnBrk="0" hangingPunct="1">
              <a:defRPr sz="1725" b="0" kern="1200">
                <a:solidFill>
                  <a:srgbClr val="243C45"/>
                </a:solidFill>
                <a:latin typeface="DejaVu Sans"/>
                <a:ea typeface="DejaVu Sans"/>
                <a:cs typeface="DejaVu Sans"/>
              </a:defRPr>
            </a:lvl5pPr>
            <a:lvl6pPr marL="2286000" algn="l" defTabSz="914400" rtl="0" eaLnBrk="1" latinLnBrk="0" hangingPunct="1">
              <a:defRPr sz="1725" b="0" kern="1200">
                <a:solidFill>
                  <a:srgbClr val="243C45"/>
                </a:solidFill>
                <a:latin typeface="DejaVu Sans"/>
                <a:ea typeface="DejaVu Sans"/>
                <a:cs typeface="DejaVu Sans"/>
              </a:defRPr>
            </a:lvl6pPr>
            <a:lvl7pPr marL="2743200" algn="l" defTabSz="914400" rtl="0" eaLnBrk="1" latinLnBrk="0" hangingPunct="1">
              <a:defRPr sz="1725" b="0" kern="1200">
                <a:solidFill>
                  <a:srgbClr val="243C45"/>
                </a:solidFill>
                <a:latin typeface="DejaVu Sans"/>
                <a:ea typeface="DejaVu Sans"/>
                <a:cs typeface="DejaVu Sans"/>
              </a:defRPr>
            </a:lvl7pPr>
            <a:lvl8pPr marL="3200400" algn="l" defTabSz="914400" rtl="0" eaLnBrk="1" latinLnBrk="0" hangingPunct="1">
              <a:defRPr sz="1725" b="0" kern="1200">
                <a:solidFill>
                  <a:srgbClr val="243C45"/>
                </a:solidFill>
                <a:latin typeface="DejaVu Sans"/>
                <a:ea typeface="DejaVu Sans"/>
                <a:cs typeface="DejaVu Sans"/>
              </a:defRPr>
            </a:lvl8pPr>
            <a:lvl9pPr marL="3657600" algn="l" defTabSz="914400" rtl="0" eaLnBrk="1" latinLnBrk="0" hangingPunct="1">
              <a:defRPr sz="1725" b="0" kern="1200">
                <a:solidFill>
                  <a:srgbClr val="243C45"/>
                </a:solidFill>
                <a:latin typeface="DejaVu Sans"/>
                <a:ea typeface="DejaVu Sans"/>
                <a:cs typeface="DejaVu Sans"/>
              </a:defRPr>
            </a:lvl9pPr>
          </a:lstStyle>
          <a:p>
            <a:pPr>
              <a:defRPr sz="1725" b="0">
                <a:solidFill>
                  <a:srgbClr val="243C45"/>
                </a:solidFill>
                <a:latin typeface="DejaVu Sans"/>
                <a:ea typeface="DejaVu Sans"/>
                <a:cs typeface="DejaVu Sans"/>
              </a:defRPr>
            </a:pPr>
            <a:r>
              <a:rPr sz="1725" b="0">
                <a:solidFill>
                  <a:srgbClr val="243C45"/>
                </a:solidFill>
                <a:latin typeface="DejaVu Sans"/>
                <a:ea typeface="DejaVu Sans"/>
                <a:cs typeface="DejaVu Sans"/>
              </a:rPr>
              <a:t>Atlassian. (2024, April 30). Waterfall-ish playbook: How Jira Align helps traditional projects and portfolios succeed.</a:t>
            </a:r>
          </a:p>
        </p:txBody>
      </p:sp>
      <p:sp>
        <p:nvSpPr>
          <p:cNvPr id="5" name="text-3">
            <a:extLst>
              <a:ext uri="{FF2B5EF4-FFF2-40B4-BE49-F238E27FC236}">
                <a16:creationId xmlns:a16="http://schemas.microsoft.com/office/drawing/2014/main" id="{0C0DC9A6-A983-4B3A-B0A5-98FC301B2937}"/>
              </a:ext>
            </a:extLst>
          </p:cNvPr>
          <p:cNvSpPr>
            <a:spLocks noGrp="1"/>
          </p:cNvSpPr>
          <p:nvPr/>
        </p:nvSpPr>
        <p:spPr>
          <a:xfrm>
            <a:off x="800099" y="2525714"/>
            <a:ext cx="10858500" cy="552450"/>
          </a:xfrm>
          <a:prstGeom prst="rect">
            <a:avLst/>
          </a:prstGeom>
          <a:noFill/>
          <a:ln w="0">
            <a:noFill/>
            <a:prstDash val="solid"/>
          </a:ln>
        </p:spPr>
        <p:txBody>
          <a:bodyPr lIns="0" tIns="0" rIns="0" bIns="0" anchor="t"/>
          <a:lstStyle>
            <a:defPPr>
              <a:defRPr lang="en-US" sz="1275" b="0">
                <a:solidFill>
                  <a:srgbClr val="14766E"/>
                </a:solidFill>
                <a:latin typeface="DejaVu Sans"/>
                <a:ea typeface="DejaVu Sans"/>
                <a:cs typeface="DejaVu Sans"/>
              </a:defRPr>
            </a:defPPr>
            <a:lvl1pPr marL="0" algn="l" defTabSz="914400" rtl="0" eaLnBrk="1" latinLnBrk="0" hangingPunct="1">
              <a:defRPr sz="1275" b="0" kern="1200">
                <a:solidFill>
                  <a:srgbClr val="14766E"/>
                </a:solidFill>
                <a:latin typeface="DejaVu Sans"/>
                <a:ea typeface="DejaVu Sans"/>
                <a:cs typeface="DejaVu Sans"/>
              </a:defRPr>
            </a:lvl1pPr>
            <a:lvl2pPr marL="457200" algn="l" defTabSz="914400" rtl="0" eaLnBrk="1" latinLnBrk="0" hangingPunct="1">
              <a:defRPr sz="1275" b="0" kern="1200">
                <a:solidFill>
                  <a:srgbClr val="14766E"/>
                </a:solidFill>
                <a:latin typeface="DejaVu Sans"/>
                <a:ea typeface="DejaVu Sans"/>
                <a:cs typeface="DejaVu Sans"/>
              </a:defRPr>
            </a:lvl2pPr>
            <a:lvl3pPr marL="914400" algn="l" defTabSz="914400" rtl="0" eaLnBrk="1" latinLnBrk="0" hangingPunct="1">
              <a:defRPr sz="1275" b="0" kern="1200">
                <a:solidFill>
                  <a:srgbClr val="14766E"/>
                </a:solidFill>
                <a:latin typeface="DejaVu Sans"/>
                <a:ea typeface="DejaVu Sans"/>
                <a:cs typeface="DejaVu Sans"/>
              </a:defRPr>
            </a:lvl3pPr>
            <a:lvl4pPr marL="1371600" algn="l" defTabSz="914400" rtl="0" eaLnBrk="1" latinLnBrk="0" hangingPunct="1">
              <a:defRPr sz="1275" b="0" kern="1200">
                <a:solidFill>
                  <a:srgbClr val="14766E"/>
                </a:solidFill>
                <a:latin typeface="DejaVu Sans"/>
                <a:ea typeface="DejaVu Sans"/>
                <a:cs typeface="DejaVu Sans"/>
              </a:defRPr>
            </a:lvl4pPr>
            <a:lvl5pPr marL="1828800" algn="l" defTabSz="914400" rtl="0" eaLnBrk="1" latinLnBrk="0" hangingPunct="1">
              <a:defRPr sz="1275" b="0" kern="1200">
                <a:solidFill>
                  <a:srgbClr val="14766E"/>
                </a:solidFill>
                <a:latin typeface="DejaVu Sans"/>
                <a:ea typeface="DejaVu Sans"/>
                <a:cs typeface="DejaVu Sans"/>
              </a:defRPr>
            </a:lvl5pPr>
            <a:lvl6pPr marL="2286000" algn="l" defTabSz="914400" rtl="0" eaLnBrk="1" latinLnBrk="0" hangingPunct="1">
              <a:defRPr sz="1275" b="0" kern="1200">
                <a:solidFill>
                  <a:srgbClr val="14766E"/>
                </a:solidFill>
                <a:latin typeface="DejaVu Sans"/>
                <a:ea typeface="DejaVu Sans"/>
                <a:cs typeface="DejaVu Sans"/>
              </a:defRPr>
            </a:lvl6pPr>
            <a:lvl7pPr marL="2743200" algn="l" defTabSz="914400" rtl="0" eaLnBrk="1" latinLnBrk="0" hangingPunct="1">
              <a:defRPr sz="1275" b="0" kern="1200">
                <a:solidFill>
                  <a:srgbClr val="14766E"/>
                </a:solidFill>
                <a:latin typeface="DejaVu Sans"/>
                <a:ea typeface="DejaVu Sans"/>
                <a:cs typeface="DejaVu Sans"/>
              </a:defRPr>
            </a:lvl7pPr>
            <a:lvl8pPr marL="3200400" algn="l" defTabSz="914400" rtl="0" eaLnBrk="1" latinLnBrk="0" hangingPunct="1">
              <a:defRPr sz="1275" b="0" kern="1200">
                <a:solidFill>
                  <a:srgbClr val="14766E"/>
                </a:solidFill>
                <a:latin typeface="DejaVu Sans"/>
                <a:ea typeface="DejaVu Sans"/>
                <a:cs typeface="DejaVu Sans"/>
              </a:defRPr>
            </a:lvl8pPr>
            <a:lvl9pPr marL="3657600" algn="l" defTabSz="914400" rtl="0" eaLnBrk="1" latinLnBrk="0" hangingPunct="1">
              <a:defRPr sz="1275" b="0" kern="1200">
                <a:solidFill>
                  <a:srgbClr val="14766E"/>
                </a:solidFill>
                <a:latin typeface="DejaVu Sans"/>
                <a:ea typeface="DejaVu Sans"/>
                <a:cs typeface="DejaVu Sans"/>
              </a:defRPr>
            </a:lvl9pPr>
          </a:lstStyle>
          <a:p>
            <a:pPr>
              <a:defRPr sz="1275" b="0">
                <a:solidFill>
                  <a:srgbClr val="14766E"/>
                </a:solidFill>
                <a:latin typeface="DejaVu Sans"/>
                <a:ea typeface="DejaVu Sans"/>
                <a:cs typeface="DejaVu Sans"/>
              </a:defRPr>
            </a:pPr>
            <a:r>
              <a:rPr sz="1275" b="0">
                <a:solidFill>
                  <a:srgbClr val="14766E"/>
                </a:solidFill>
                <a:latin typeface="DejaVu Sans"/>
                <a:ea typeface="DejaVu Sans"/>
                <a:cs typeface="DejaVu Sans"/>
              </a:rPr>
              <a:t>https://www.atlassian.com/blog/jira-align/bringing-agility-to-project-mgmt</a:t>
            </a:r>
          </a:p>
        </p:txBody>
      </p:sp>
      <p:sp>
        <p:nvSpPr>
          <p:cNvPr id="6" name="text-4">
            <a:extLst>
              <a:ext uri="{FF2B5EF4-FFF2-40B4-BE49-F238E27FC236}">
                <a16:creationId xmlns:a16="http://schemas.microsoft.com/office/drawing/2014/main" id="{C2C47F35-B8F0-4C55-9A1E-46C42AF43627}"/>
              </a:ext>
            </a:extLst>
          </p:cNvPr>
          <p:cNvSpPr>
            <a:spLocks noGrp="1"/>
          </p:cNvSpPr>
          <p:nvPr/>
        </p:nvSpPr>
        <p:spPr>
          <a:xfrm>
            <a:off x="800099" y="3192464"/>
            <a:ext cx="10858500" cy="742950"/>
          </a:xfrm>
          <a:prstGeom prst="rect">
            <a:avLst/>
          </a:prstGeom>
          <a:noFill/>
          <a:ln w="0">
            <a:noFill/>
            <a:prstDash val="solid"/>
          </a:ln>
        </p:spPr>
        <p:txBody>
          <a:bodyPr lIns="0" tIns="0" rIns="0" bIns="0" anchor="t"/>
          <a:lstStyle>
            <a:defPPr>
              <a:defRPr lang="en-US" sz="1725" b="0">
                <a:solidFill>
                  <a:srgbClr val="243C45"/>
                </a:solidFill>
                <a:latin typeface="DejaVu Sans"/>
                <a:ea typeface="DejaVu Sans"/>
                <a:cs typeface="DejaVu Sans"/>
              </a:defRPr>
            </a:defPPr>
            <a:lvl1pPr marL="0" algn="l" defTabSz="914400" rtl="0" eaLnBrk="1" latinLnBrk="0" hangingPunct="1">
              <a:defRPr sz="1725" b="0" kern="1200">
                <a:solidFill>
                  <a:srgbClr val="243C45"/>
                </a:solidFill>
                <a:latin typeface="DejaVu Sans"/>
                <a:ea typeface="DejaVu Sans"/>
                <a:cs typeface="DejaVu Sans"/>
              </a:defRPr>
            </a:lvl1pPr>
            <a:lvl2pPr marL="457200" algn="l" defTabSz="914400" rtl="0" eaLnBrk="1" latinLnBrk="0" hangingPunct="1">
              <a:defRPr sz="1725" b="0" kern="1200">
                <a:solidFill>
                  <a:srgbClr val="243C45"/>
                </a:solidFill>
                <a:latin typeface="DejaVu Sans"/>
                <a:ea typeface="DejaVu Sans"/>
                <a:cs typeface="DejaVu Sans"/>
              </a:defRPr>
            </a:lvl2pPr>
            <a:lvl3pPr marL="914400" algn="l" defTabSz="914400" rtl="0" eaLnBrk="1" latinLnBrk="0" hangingPunct="1">
              <a:defRPr sz="1725" b="0" kern="1200">
                <a:solidFill>
                  <a:srgbClr val="243C45"/>
                </a:solidFill>
                <a:latin typeface="DejaVu Sans"/>
                <a:ea typeface="DejaVu Sans"/>
                <a:cs typeface="DejaVu Sans"/>
              </a:defRPr>
            </a:lvl3pPr>
            <a:lvl4pPr marL="1371600" algn="l" defTabSz="914400" rtl="0" eaLnBrk="1" latinLnBrk="0" hangingPunct="1">
              <a:defRPr sz="1725" b="0" kern="1200">
                <a:solidFill>
                  <a:srgbClr val="243C45"/>
                </a:solidFill>
                <a:latin typeface="DejaVu Sans"/>
                <a:ea typeface="DejaVu Sans"/>
                <a:cs typeface="DejaVu Sans"/>
              </a:defRPr>
            </a:lvl4pPr>
            <a:lvl5pPr marL="1828800" algn="l" defTabSz="914400" rtl="0" eaLnBrk="1" latinLnBrk="0" hangingPunct="1">
              <a:defRPr sz="1725" b="0" kern="1200">
                <a:solidFill>
                  <a:srgbClr val="243C45"/>
                </a:solidFill>
                <a:latin typeface="DejaVu Sans"/>
                <a:ea typeface="DejaVu Sans"/>
                <a:cs typeface="DejaVu Sans"/>
              </a:defRPr>
            </a:lvl5pPr>
            <a:lvl6pPr marL="2286000" algn="l" defTabSz="914400" rtl="0" eaLnBrk="1" latinLnBrk="0" hangingPunct="1">
              <a:defRPr sz="1725" b="0" kern="1200">
                <a:solidFill>
                  <a:srgbClr val="243C45"/>
                </a:solidFill>
                <a:latin typeface="DejaVu Sans"/>
                <a:ea typeface="DejaVu Sans"/>
                <a:cs typeface="DejaVu Sans"/>
              </a:defRPr>
            </a:lvl6pPr>
            <a:lvl7pPr marL="2743200" algn="l" defTabSz="914400" rtl="0" eaLnBrk="1" latinLnBrk="0" hangingPunct="1">
              <a:defRPr sz="1725" b="0" kern="1200">
                <a:solidFill>
                  <a:srgbClr val="243C45"/>
                </a:solidFill>
                <a:latin typeface="DejaVu Sans"/>
                <a:ea typeface="DejaVu Sans"/>
                <a:cs typeface="DejaVu Sans"/>
              </a:defRPr>
            </a:lvl7pPr>
            <a:lvl8pPr marL="3200400" algn="l" defTabSz="914400" rtl="0" eaLnBrk="1" latinLnBrk="0" hangingPunct="1">
              <a:defRPr sz="1725" b="0" kern="1200">
                <a:solidFill>
                  <a:srgbClr val="243C45"/>
                </a:solidFill>
                <a:latin typeface="DejaVu Sans"/>
                <a:ea typeface="DejaVu Sans"/>
                <a:cs typeface="DejaVu Sans"/>
              </a:defRPr>
            </a:lvl8pPr>
            <a:lvl9pPr marL="3657600" algn="l" defTabSz="914400" rtl="0" eaLnBrk="1" latinLnBrk="0" hangingPunct="1">
              <a:defRPr sz="1725" b="0" kern="1200">
                <a:solidFill>
                  <a:srgbClr val="243C45"/>
                </a:solidFill>
                <a:latin typeface="DejaVu Sans"/>
                <a:ea typeface="DejaVu Sans"/>
                <a:cs typeface="DejaVu Sans"/>
              </a:defRPr>
            </a:lvl9pPr>
          </a:lstStyle>
          <a:p>
            <a:pPr>
              <a:defRPr sz="1725" b="0">
                <a:solidFill>
                  <a:srgbClr val="243C45"/>
                </a:solidFill>
                <a:latin typeface="DejaVu Sans"/>
                <a:ea typeface="DejaVu Sans"/>
                <a:cs typeface="DejaVu Sans"/>
              </a:defRPr>
            </a:pPr>
            <a:r>
              <a:rPr sz="1725" b="0">
                <a:solidFill>
                  <a:srgbClr val="243C45"/>
                </a:solidFill>
                <a:latin typeface="DejaVu Sans"/>
                <a:ea typeface="DejaVu Sans"/>
                <a:cs typeface="DejaVu Sans"/>
              </a:rPr>
              <a:t>Iqbal, M. (2024, July 8). You can’t skip refinement. Scrum.org.</a:t>
            </a:r>
          </a:p>
        </p:txBody>
      </p:sp>
      <p:sp>
        <p:nvSpPr>
          <p:cNvPr id="7" name="text-5">
            <a:extLst>
              <a:ext uri="{FF2B5EF4-FFF2-40B4-BE49-F238E27FC236}">
                <a16:creationId xmlns:a16="http://schemas.microsoft.com/office/drawing/2014/main" id="{C4DB7146-838E-4FF8-AEE6-C2C1D9982B0B}"/>
              </a:ext>
            </a:extLst>
          </p:cNvPr>
          <p:cNvSpPr>
            <a:spLocks noGrp="1"/>
          </p:cNvSpPr>
          <p:nvPr/>
        </p:nvSpPr>
        <p:spPr>
          <a:xfrm>
            <a:off x="800099" y="3954464"/>
            <a:ext cx="10858500" cy="552450"/>
          </a:xfrm>
          <a:prstGeom prst="rect">
            <a:avLst/>
          </a:prstGeom>
          <a:noFill/>
          <a:ln w="0">
            <a:noFill/>
            <a:prstDash val="solid"/>
          </a:ln>
        </p:spPr>
        <p:txBody>
          <a:bodyPr lIns="0" tIns="0" rIns="0" bIns="0" anchor="t"/>
          <a:lstStyle>
            <a:defPPr>
              <a:defRPr lang="en-US" sz="1275" b="0">
                <a:solidFill>
                  <a:srgbClr val="14766E"/>
                </a:solidFill>
                <a:latin typeface="DejaVu Sans"/>
                <a:ea typeface="DejaVu Sans"/>
                <a:cs typeface="DejaVu Sans"/>
              </a:defRPr>
            </a:defPPr>
            <a:lvl1pPr marL="0" algn="l" defTabSz="914400" rtl="0" eaLnBrk="1" latinLnBrk="0" hangingPunct="1">
              <a:defRPr sz="1275" b="0" kern="1200">
                <a:solidFill>
                  <a:srgbClr val="14766E"/>
                </a:solidFill>
                <a:latin typeface="DejaVu Sans"/>
                <a:ea typeface="DejaVu Sans"/>
                <a:cs typeface="DejaVu Sans"/>
              </a:defRPr>
            </a:lvl1pPr>
            <a:lvl2pPr marL="457200" algn="l" defTabSz="914400" rtl="0" eaLnBrk="1" latinLnBrk="0" hangingPunct="1">
              <a:defRPr sz="1275" b="0" kern="1200">
                <a:solidFill>
                  <a:srgbClr val="14766E"/>
                </a:solidFill>
                <a:latin typeface="DejaVu Sans"/>
                <a:ea typeface="DejaVu Sans"/>
                <a:cs typeface="DejaVu Sans"/>
              </a:defRPr>
            </a:lvl2pPr>
            <a:lvl3pPr marL="914400" algn="l" defTabSz="914400" rtl="0" eaLnBrk="1" latinLnBrk="0" hangingPunct="1">
              <a:defRPr sz="1275" b="0" kern="1200">
                <a:solidFill>
                  <a:srgbClr val="14766E"/>
                </a:solidFill>
                <a:latin typeface="DejaVu Sans"/>
                <a:ea typeface="DejaVu Sans"/>
                <a:cs typeface="DejaVu Sans"/>
              </a:defRPr>
            </a:lvl3pPr>
            <a:lvl4pPr marL="1371600" algn="l" defTabSz="914400" rtl="0" eaLnBrk="1" latinLnBrk="0" hangingPunct="1">
              <a:defRPr sz="1275" b="0" kern="1200">
                <a:solidFill>
                  <a:srgbClr val="14766E"/>
                </a:solidFill>
                <a:latin typeface="DejaVu Sans"/>
                <a:ea typeface="DejaVu Sans"/>
                <a:cs typeface="DejaVu Sans"/>
              </a:defRPr>
            </a:lvl4pPr>
            <a:lvl5pPr marL="1828800" algn="l" defTabSz="914400" rtl="0" eaLnBrk="1" latinLnBrk="0" hangingPunct="1">
              <a:defRPr sz="1275" b="0" kern="1200">
                <a:solidFill>
                  <a:srgbClr val="14766E"/>
                </a:solidFill>
                <a:latin typeface="DejaVu Sans"/>
                <a:ea typeface="DejaVu Sans"/>
                <a:cs typeface="DejaVu Sans"/>
              </a:defRPr>
            </a:lvl5pPr>
            <a:lvl6pPr marL="2286000" algn="l" defTabSz="914400" rtl="0" eaLnBrk="1" latinLnBrk="0" hangingPunct="1">
              <a:defRPr sz="1275" b="0" kern="1200">
                <a:solidFill>
                  <a:srgbClr val="14766E"/>
                </a:solidFill>
                <a:latin typeface="DejaVu Sans"/>
                <a:ea typeface="DejaVu Sans"/>
                <a:cs typeface="DejaVu Sans"/>
              </a:defRPr>
            </a:lvl6pPr>
            <a:lvl7pPr marL="2743200" algn="l" defTabSz="914400" rtl="0" eaLnBrk="1" latinLnBrk="0" hangingPunct="1">
              <a:defRPr sz="1275" b="0" kern="1200">
                <a:solidFill>
                  <a:srgbClr val="14766E"/>
                </a:solidFill>
                <a:latin typeface="DejaVu Sans"/>
                <a:ea typeface="DejaVu Sans"/>
                <a:cs typeface="DejaVu Sans"/>
              </a:defRPr>
            </a:lvl7pPr>
            <a:lvl8pPr marL="3200400" algn="l" defTabSz="914400" rtl="0" eaLnBrk="1" latinLnBrk="0" hangingPunct="1">
              <a:defRPr sz="1275" b="0" kern="1200">
                <a:solidFill>
                  <a:srgbClr val="14766E"/>
                </a:solidFill>
                <a:latin typeface="DejaVu Sans"/>
                <a:ea typeface="DejaVu Sans"/>
                <a:cs typeface="DejaVu Sans"/>
              </a:defRPr>
            </a:lvl8pPr>
            <a:lvl9pPr marL="3657600" algn="l" defTabSz="914400" rtl="0" eaLnBrk="1" latinLnBrk="0" hangingPunct="1">
              <a:defRPr sz="1275" b="0" kern="1200">
                <a:solidFill>
                  <a:srgbClr val="14766E"/>
                </a:solidFill>
                <a:latin typeface="DejaVu Sans"/>
                <a:ea typeface="DejaVu Sans"/>
                <a:cs typeface="DejaVu Sans"/>
              </a:defRPr>
            </a:lvl9pPr>
          </a:lstStyle>
          <a:p>
            <a:pPr>
              <a:defRPr sz="1275" b="0">
                <a:solidFill>
                  <a:srgbClr val="14766E"/>
                </a:solidFill>
                <a:latin typeface="DejaVu Sans"/>
                <a:ea typeface="DejaVu Sans"/>
                <a:cs typeface="DejaVu Sans"/>
              </a:defRPr>
            </a:pPr>
            <a:r>
              <a:rPr sz="1275" b="0">
                <a:solidFill>
                  <a:srgbClr val="14766E"/>
                </a:solidFill>
                <a:latin typeface="DejaVu Sans"/>
                <a:ea typeface="DejaVu Sans"/>
                <a:cs typeface="DejaVu Sans"/>
              </a:rPr>
              <a:t>https://www.scrum.org/resources/blog/you-cant-skip-refinement</a:t>
            </a:r>
          </a:p>
        </p:txBody>
      </p:sp>
      <p:sp>
        <p:nvSpPr>
          <p:cNvPr id="8" name="text-6">
            <a:extLst>
              <a:ext uri="{FF2B5EF4-FFF2-40B4-BE49-F238E27FC236}">
                <a16:creationId xmlns:a16="http://schemas.microsoft.com/office/drawing/2014/main" id="{07BEF102-04DD-4C0D-9B99-2EE15454D87C}"/>
              </a:ext>
            </a:extLst>
          </p:cNvPr>
          <p:cNvSpPr>
            <a:spLocks noGrp="1"/>
          </p:cNvSpPr>
          <p:nvPr/>
        </p:nvSpPr>
        <p:spPr>
          <a:xfrm>
            <a:off x="800099" y="4621214"/>
            <a:ext cx="10858500" cy="742950"/>
          </a:xfrm>
          <a:prstGeom prst="rect">
            <a:avLst/>
          </a:prstGeom>
          <a:noFill/>
          <a:ln w="0">
            <a:noFill/>
            <a:prstDash val="solid"/>
          </a:ln>
        </p:spPr>
        <p:txBody>
          <a:bodyPr lIns="0" tIns="0" rIns="0" bIns="0" anchor="t"/>
          <a:lstStyle>
            <a:defPPr>
              <a:defRPr lang="en-US" sz="1725" b="0">
                <a:solidFill>
                  <a:srgbClr val="243C45"/>
                </a:solidFill>
                <a:latin typeface="DejaVu Sans"/>
                <a:ea typeface="DejaVu Sans"/>
                <a:cs typeface="DejaVu Sans"/>
              </a:defRPr>
            </a:defPPr>
            <a:lvl1pPr marL="0" algn="l" defTabSz="914400" rtl="0" eaLnBrk="1" latinLnBrk="0" hangingPunct="1">
              <a:defRPr sz="1725" b="0" kern="1200">
                <a:solidFill>
                  <a:srgbClr val="243C45"/>
                </a:solidFill>
                <a:latin typeface="DejaVu Sans"/>
                <a:ea typeface="DejaVu Sans"/>
                <a:cs typeface="DejaVu Sans"/>
              </a:defRPr>
            </a:lvl1pPr>
            <a:lvl2pPr marL="457200" algn="l" defTabSz="914400" rtl="0" eaLnBrk="1" latinLnBrk="0" hangingPunct="1">
              <a:defRPr sz="1725" b="0" kern="1200">
                <a:solidFill>
                  <a:srgbClr val="243C45"/>
                </a:solidFill>
                <a:latin typeface="DejaVu Sans"/>
                <a:ea typeface="DejaVu Sans"/>
                <a:cs typeface="DejaVu Sans"/>
              </a:defRPr>
            </a:lvl2pPr>
            <a:lvl3pPr marL="914400" algn="l" defTabSz="914400" rtl="0" eaLnBrk="1" latinLnBrk="0" hangingPunct="1">
              <a:defRPr sz="1725" b="0" kern="1200">
                <a:solidFill>
                  <a:srgbClr val="243C45"/>
                </a:solidFill>
                <a:latin typeface="DejaVu Sans"/>
                <a:ea typeface="DejaVu Sans"/>
                <a:cs typeface="DejaVu Sans"/>
              </a:defRPr>
            </a:lvl3pPr>
            <a:lvl4pPr marL="1371600" algn="l" defTabSz="914400" rtl="0" eaLnBrk="1" latinLnBrk="0" hangingPunct="1">
              <a:defRPr sz="1725" b="0" kern="1200">
                <a:solidFill>
                  <a:srgbClr val="243C45"/>
                </a:solidFill>
                <a:latin typeface="DejaVu Sans"/>
                <a:ea typeface="DejaVu Sans"/>
                <a:cs typeface="DejaVu Sans"/>
              </a:defRPr>
            </a:lvl4pPr>
            <a:lvl5pPr marL="1828800" algn="l" defTabSz="914400" rtl="0" eaLnBrk="1" latinLnBrk="0" hangingPunct="1">
              <a:defRPr sz="1725" b="0" kern="1200">
                <a:solidFill>
                  <a:srgbClr val="243C45"/>
                </a:solidFill>
                <a:latin typeface="DejaVu Sans"/>
                <a:ea typeface="DejaVu Sans"/>
                <a:cs typeface="DejaVu Sans"/>
              </a:defRPr>
            </a:lvl5pPr>
            <a:lvl6pPr marL="2286000" algn="l" defTabSz="914400" rtl="0" eaLnBrk="1" latinLnBrk="0" hangingPunct="1">
              <a:defRPr sz="1725" b="0" kern="1200">
                <a:solidFill>
                  <a:srgbClr val="243C45"/>
                </a:solidFill>
                <a:latin typeface="DejaVu Sans"/>
                <a:ea typeface="DejaVu Sans"/>
                <a:cs typeface="DejaVu Sans"/>
              </a:defRPr>
            </a:lvl6pPr>
            <a:lvl7pPr marL="2743200" algn="l" defTabSz="914400" rtl="0" eaLnBrk="1" latinLnBrk="0" hangingPunct="1">
              <a:defRPr sz="1725" b="0" kern="1200">
                <a:solidFill>
                  <a:srgbClr val="243C45"/>
                </a:solidFill>
                <a:latin typeface="DejaVu Sans"/>
                <a:ea typeface="DejaVu Sans"/>
                <a:cs typeface="DejaVu Sans"/>
              </a:defRPr>
            </a:lvl7pPr>
            <a:lvl8pPr marL="3200400" algn="l" defTabSz="914400" rtl="0" eaLnBrk="1" latinLnBrk="0" hangingPunct="1">
              <a:defRPr sz="1725" b="0" kern="1200">
                <a:solidFill>
                  <a:srgbClr val="243C45"/>
                </a:solidFill>
                <a:latin typeface="DejaVu Sans"/>
                <a:ea typeface="DejaVu Sans"/>
                <a:cs typeface="DejaVu Sans"/>
              </a:defRPr>
            </a:lvl8pPr>
            <a:lvl9pPr marL="3657600" algn="l" defTabSz="914400" rtl="0" eaLnBrk="1" latinLnBrk="0" hangingPunct="1">
              <a:defRPr sz="1725" b="0" kern="1200">
                <a:solidFill>
                  <a:srgbClr val="243C45"/>
                </a:solidFill>
                <a:latin typeface="DejaVu Sans"/>
                <a:ea typeface="DejaVu Sans"/>
                <a:cs typeface="DejaVu Sans"/>
              </a:defRPr>
            </a:lvl9pPr>
          </a:lstStyle>
          <a:p>
            <a:pPr>
              <a:defRPr sz="1725" b="0">
                <a:solidFill>
                  <a:srgbClr val="243C45"/>
                </a:solidFill>
                <a:latin typeface="DejaVu Sans"/>
                <a:ea typeface="DejaVu Sans"/>
                <a:cs typeface="DejaVu Sans"/>
              </a:defRPr>
            </a:pPr>
            <a:r>
              <a:rPr sz="1725" b="0">
                <a:solidFill>
                  <a:srgbClr val="243C45"/>
                </a:solidFill>
                <a:latin typeface="DejaVu Sans"/>
                <a:ea typeface="DejaVu Sans"/>
                <a:cs typeface="DejaVu Sans"/>
              </a:rPr>
              <a:t>Jackson, G., Holdsworth, J., &amp; Kosinski, M. (n.d.). What is the software development life cycle (SDLC)? IBM.</a:t>
            </a:r>
          </a:p>
        </p:txBody>
      </p:sp>
      <p:sp>
        <p:nvSpPr>
          <p:cNvPr id="9" name="text-7">
            <a:extLst>
              <a:ext uri="{FF2B5EF4-FFF2-40B4-BE49-F238E27FC236}">
                <a16:creationId xmlns:a16="http://schemas.microsoft.com/office/drawing/2014/main" id="{B8972BCF-777B-488B-8C8A-D747B274DEC1}"/>
              </a:ext>
            </a:extLst>
          </p:cNvPr>
          <p:cNvSpPr>
            <a:spLocks noGrp="1"/>
          </p:cNvSpPr>
          <p:nvPr/>
        </p:nvSpPr>
        <p:spPr>
          <a:xfrm>
            <a:off x="800099" y="5383214"/>
            <a:ext cx="10858500" cy="552450"/>
          </a:xfrm>
          <a:prstGeom prst="rect">
            <a:avLst/>
          </a:prstGeom>
          <a:noFill/>
          <a:ln w="0">
            <a:noFill/>
            <a:prstDash val="solid"/>
          </a:ln>
        </p:spPr>
        <p:txBody>
          <a:bodyPr lIns="0" tIns="0" rIns="0" bIns="0" anchor="t"/>
          <a:lstStyle>
            <a:defPPr>
              <a:defRPr lang="en-US" sz="1275" b="0">
                <a:solidFill>
                  <a:srgbClr val="14766E"/>
                </a:solidFill>
                <a:latin typeface="DejaVu Sans"/>
                <a:ea typeface="DejaVu Sans"/>
                <a:cs typeface="DejaVu Sans"/>
              </a:defRPr>
            </a:defPPr>
            <a:lvl1pPr marL="0" algn="l" defTabSz="914400" rtl="0" eaLnBrk="1" latinLnBrk="0" hangingPunct="1">
              <a:defRPr sz="1275" b="0" kern="1200">
                <a:solidFill>
                  <a:srgbClr val="14766E"/>
                </a:solidFill>
                <a:latin typeface="DejaVu Sans"/>
                <a:ea typeface="DejaVu Sans"/>
                <a:cs typeface="DejaVu Sans"/>
              </a:defRPr>
            </a:lvl1pPr>
            <a:lvl2pPr marL="457200" algn="l" defTabSz="914400" rtl="0" eaLnBrk="1" latinLnBrk="0" hangingPunct="1">
              <a:defRPr sz="1275" b="0" kern="1200">
                <a:solidFill>
                  <a:srgbClr val="14766E"/>
                </a:solidFill>
                <a:latin typeface="DejaVu Sans"/>
                <a:ea typeface="DejaVu Sans"/>
                <a:cs typeface="DejaVu Sans"/>
              </a:defRPr>
            </a:lvl2pPr>
            <a:lvl3pPr marL="914400" algn="l" defTabSz="914400" rtl="0" eaLnBrk="1" latinLnBrk="0" hangingPunct="1">
              <a:defRPr sz="1275" b="0" kern="1200">
                <a:solidFill>
                  <a:srgbClr val="14766E"/>
                </a:solidFill>
                <a:latin typeface="DejaVu Sans"/>
                <a:ea typeface="DejaVu Sans"/>
                <a:cs typeface="DejaVu Sans"/>
              </a:defRPr>
            </a:lvl3pPr>
            <a:lvl4pPr marL="1371600" algn="l" defTabSz="914400" rtl="0" eaLnBrk="1" latinLnBrk="0" hangingPunct="1">
              <a:defRPr sz="1275" b="0" kern="1200">
                <a:solidFill>
                  <a:srgbClr val="14766E"/>
                </a:solidFill>
                <a:latin typeface="DejaVu Sans"/>
                <a:ea typeface="DejaVu Sans"/>
                <a:cs typeface="DejaVu Sans"/>
              </a:defRPr>
            </a:lvl4pPr>
            <a:lvl5pPr marL="1828800" algn="l" defTabSz="914400" rtl="0" eaLnBrk="1" latinLnBrk="0" hangingPunct="1">
              <a:defRPr sz="1275" b="0" kern="1200">
                <a:solidFill>
                  <a:srgbClr val="14766E"/>
                </a:solidFill>
                <a:latin typeface="DejaVu Sans"/>
                <a:ea typeface="DejaVu Sans"/>
                <a:cs typeface="DejaVu Sans"/>
              </a:defRPr>
            </a:lvl5pPr>
            <a:lvl6pPr marL="2286000" algn="l" defTabSz="914400" rtl="0" eaLnBrk="1" latinLnBrk="0" hangingPunct="1">
              <a:defRPr sz="1275" b="0" kern="1200">
                <a:solidFill>
                  <a:srgbClr val="14766E"/>
                </a:solidFill>
                <a:latin typeface="DejaVu Sans"/>
                <a:ea typeface="DejaVu Sans"/>
                <a:cs typeface="DejaVu Sans"/>
              </a:defRPr>
            </a:lvl6pPr>
            <a:lvl7pPr marL="2743200" algn="l" defTabSz="914400" rtl="0" eaLnBrk="1" latinLnBrk="0" hangingPunct="1">
              <a:defRPr sz="1275" b="0" kern="1200">
                <a:solidFill>
                  <a:srgbClr val="14766E"/>
                </a:solidFill>
                <a:latin typeface="DejaVu Sans"/>
                <a:ea typeface="DejaVu Sans"/>
                <a:cs typeface="DejaVu Sans"/>
              </a:defRPr>
            </a:lvl7pPr>
            <a:lvl8pPr marL="3200400" algn="l" defTabSz="914400" rtl="0" eaLnBrk="1" latinLnBrk="0" hangingPunct="1">
              <a:defRPr sz="1275" b="0" kern="1200">
                <a:solidFill>
                  <a:srgbClr val="14766E"/>
                </a:solidFill>
                <a:latin typeface="DejaVu Sans"/>
                <a:ea typeface="DejaVu Sans"/>
                <a:cs typeface="DejaVu Sans"/>
              </a:defRPr>
            </a:lvl8pPr>
            <a:lvl9pPr marL="3657600" algn="l" defTabSz="914400" rtl="0" eaLnBrk="1" latinLnBrk="0" hangingPunct="1">
              <a:defRPr sz="1275" b="0" kern="1200">
                <a:solidFill>
                  <a:srgbClr val="14766E"/>
                </a:solidFill>
                <a:latin typeface="DejaVu Sans"/>
                <a:ea typeface="DejaVu Sans"/>
                <a:cs typeface="DejaVu Sans"/>
              </a:defRPr>
            </a:lvl9pPr>
          </a:lstStyle>
          <a:p>
            <a:pPr>
              <a:defRPr sz="1275" b="0">
                <a:solidFill>
                  <a:srgbClr val="14766E"/>
                </a:solidFill>
                <a:latin typeface="DejaVu Sans"/>
                <a:ea typeface="DejaVu Sans"/>
                <a:cs typeface="DejaVu Sans"/>
              </a:defRPr>
            </a:pPr>
            <a:r>
              <a:rPr sz="1275" b="0">
                <a:solidFill>
                  <a:srgbClr val="14766E"/>
                </a:solidFill>
                <a:latin typeface="DejaVu Sans"/>
                <a:ea typeface="DejaVu Sans"/>
                <a:cs typeface="DejaVu Sans"/>
              </a:rPr>
              <a:t>https://www.ibm.com/think/topics/sdlc</a:t>
            </a:r>
          </a:p>
        </p:txBody>
      </p:sp>
    </p:spTree>
    <p:extLst>
      <p:ext uri="{BB962C8B-B14F-4D97-AF65-F5344CB8AC3E}">
        <p14:creationId xmlns:p14="http://schemas.microsoft.com/office/powerpoint/2010/main" val="2747194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D7A41-A9C2-5CD4-29BE-785E54069F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01217D-A5A2-B1CC-EA0F-4AD4E92E55C5}"/>
              </a:ext>
            </a:extLst>
          </p:cNvPr>
          <p:cNvSpPr>
            <a:spLocks noGrp="1"/>
          </p:cNvSpPr>
          <p:nvPr>
            <p:ph type="title"/>
          </p:nvPr>
        </p:nvSpPr>
        <p:spPr/>
        <p:txBody>
          <a:bodyPr/>
          <a:lstStyle/>
          <a:p>
            <a:r>
              <a:rPr lang="en-US" dirty="0"/>
              <a:t>References:</a:t>
            </a:r>
          </a:p>
        </p:txBody>
      </p:sp>
      <p:sp>
        <p:nvSpPr>
          <p:cNvPr id="5" name="text-2">
            <a:extLst>
              <a:ext uri="{FF2B5EF4-FFF2-40B4-BE49-F238E27FC236}">
                <a16:creationId xmlns:a16="http://schemas.microsoft.com/office/drawing/2014/main" id="{B97F5C0D-020E-4A55-8024-1846E87CF476}"/>
              </a:ext>
            </a:extLst>
          </p:cNvPr>
          <p:cNvSpPr>
            <a:spLocks noGrp="1"/>
          </p:cNvSpPr>
          <p:nvPr/>
        </p:nvSpPr>
        <p:spPr>
          <a:xfrm>
            <a:off x="800099" y="2464797"/>
            <a:ext cx="10858500" cy="742950"/>
          </a:xfrm>
          <a:prstGeom prst="rect">
            <a:avLst/>
          </a:prstGeom>
          <a:noFill/>
          <a:ln w="0">
            <a:noFill/>
            <a:prstDash val="solid"/>
          </a:ln>
        </p:spPr>
        <p:txBody>
          <a:bodyPr lIns="0" tIns="0" rIns="0" bIns="0" anchor="t"/>
          <a:lstStyle>
            <a:defPPr>
              <a:defRPr lang="en-US" sz="1725" b="0">
                <a:solidFill>
                  <a:srgbClr val="243C45"/>
                </a:solidFill>
                <a:latin typeface="DejaVu Sans"/>
                <a:ea typeface="DejaVu Sans"/>
                <a:cs typeface="DejaVu Sans"/>
              </a:defRPr>
            </a:defPPr>
            <a:lvl1pPr marL="0" algn="l" defTabSz="914400" rtl="0" eaLnBrk="1" latinLnBrk="0" hangingPunct="1">
              <a:defRPr sz="1725" b="0" kern="1200">
                <a:solidFill>
                  <a:srgbClr val="243C45"/>
                </a:solidFill>
                <a:latin typeface="DejaVu Sans"/>
                <a:ea typeface="DejaVu Sans"/>
                <a:cs typeface="DejaVu Sans"/>
              </a:defRPr>
            </a:lvl1pPr>
            <a:lvl2pPr marL="457200" algn="l" defTabSz="914400" rtl="0" eaLnBrk="1" latinLnBrk="0" hangingPunct="1">
              <a:defRPr sz="1725" b="0" kern="1200">
                <a:solidFill>
                  <a:srgbClr val="243C45"/>
                </a:solidFill>
                <a:latin typeface="DejaVu Sans"/>
                <a:ea typeface="DejaVu Sans"/>
                <a:cs typeface="DejaVu Sans"/>
              </a:defRPr>
            </a:lvl2pPr>
            <a:lvl3pPr marL="914400" algn="l" defTabSz="914400" rtl="0" eaLnBrk="1" latinLnBrk="0" hangingPunct="1">
              <a:defRPr sz="1725" b="0" kern="1200">
                <a:solidFill>
                  <a:srgbClr val="243C45"/>
                </a:solidFill>
                <a:latin typeface="DejaVu Sans"/>
                <a:ea typeface="DejaVu Sans"/>
                <a:cs typeface="DejaVu Sans"/>
              </a:defRPr>
            </a:lvl3pPr>
            <a:lvl4pPr marL="1371600" algn="l" defTabSz="914400" rtl="0" eaLnBrk="1" latinLnBrk="0" hangingPunct="1">
              <a:defRPr sz="1725" b="0" kern="1200">
                <a:solidFill>
                  <a:srgbClr val="243C45"/>
                </a:solidFill>
                <a:latin typeface="DejaVu Sans"/>
                <a:ea typeface="DejaVu Sans"/>
                <a:cs typeface="DejaVu Sans"/>
              </a:defRPr>
            </a:lvl4pPr>
            <a:lvl5pPr marL="1828800" algn="l" defTabSz="914400" rtl="0" eaLnBrk="1" latinLnBrk="0" hangingPunct="1">
              <a:defRPr sz="1725" b="0" kern="1200">
                <a:solidFill>
                  <a:srgbClr val="243C45"/>
                </a:solidFill>
                <a:latin typeface="DejaVu Sans"/>
                <a:ea typeface="DejaVu Sans"/>
                <a:cs typeface="DejaVu Sans"/>
              </a:defRPr>
            </a:lvl5pPr>
            <a:lvl6pPr marL="2286000" algn="l" defTabSz="914400" rtl="0" eaLnBrk="1" latinLnBrk="0" hangingPunct="1">
              <a:defRPr sz="1725" b="0" kern="1200">
                <a:solidFill>
                  <a:srgbClr val="243C45"/>
                </a:solidFill>
                <a:latin typeface="DejaVu Sans"/>
                <a:ea typeface="DejaVu Sans"/>
                <a:cs typeface="DejaVu Sans"/>
              </a:defRPr>
            </a:lvl6pPr>
            <a:lvl7pPr marL="2743200" algn="l" defTabSz="914400" rtl="0" eaLnBrk="1" latinLnBrk="0" hangingPunct="1">
              <a:defRPr sz="1725" b="0" kern="1200">
                <a:solidFill>
                  <a:srgbClr val="243C45"/>
                </a:solidFill>
                <a:latin typeface="DejaVu Sans"/>
                <a:ea typeface="DejaVu Sans"/>
                <a:cs typeface="DejaVu Sans"/>
              </a:defRPr>
            </a:lvl7pPr>
            <a:lvl8pPr marL="3200400" algn="l" defTabSz="914400" rtl="0" eaLnBrk="1" latinLnBrk="0" hangingPunct="1">
              <a:defRPr sz="1725" b="0" kern="1200">
                <a:solidFill>
                  <a:srgbClr val="243C45"/>
                </a:solidFill>
                <a:latin typeface="DejaVu Sans"/>
                <a:ea typeface="DejaVu Sans"/>
                <a:cs typeface="DejaVu Sans"/>
              </a:defRPr>
            </a:lvl8pPr>
            <a:lvl9pPr marL="3657600" algn="l" defTabSz="914400" rtl="0" eaLnBrk="1" latinLnBrk="0" hangingPunct="1">
              <a:defRPr sz="1725" b="0" kern="1200">
                <a:solidFill>
                  <a:srgbClr val="243C45"/>
                </a:solidFill>
                <a:latin typeface="DejaVu Sans"/>
                <a:ea typeface="DejaVu Sans"/>
                <a:cs typeface="DejaVu Sans"/>
              </a:defRPr>
            </a:lvl9pPr>
          </a:lstStyle>
          <a:p>
            <a:pPr>
              <a:defRPr sz="1725" b="0">
                <a:solidFill>
                  <a:srgbClr val="243C45"/>
                </a:solidFill>
                <a:latin typeface="DejaVu Sans"/>
                <a:ea typeface="DejaVu Sans"/>
                <a:cs typeface="DejaVu Sans"/>
              </a:defRPr>
            </a:pPr>
            <a:r>
              <a:rPr sz="1725" b="0">
                <a:solidFill>
                  <a:srgbClr val="243C45"/>
                </a:solidFill>
                <a:latin typeface="DejaVu Sans"/>
                <a:ea typeface="DejaVu Sans"/>
                <a:cs typeface="DejaVu Sans"/>
              </a:rPr>
              <a:t>Microsoft. (2025, September 30). What is Azure Boards? Microsoft Learn.</a:t>
            </a:r>
          </a:p>
        </p:txBody>
      </p:sp>
      <p:sp>
        <p:nvSpPr>
          <p:cNvPr id="6" name="text-3">
            <a:extLst>
              <a:ext uri="{FF2B5EF4-FFF2-40B4-BE49-F238E27FC236}">
                <a16:creationId xmlns:a16="http://schemas.microsoft.com/office/drawing/2014/main" id="{7EC88F31-EE2D-44A1-B14C-B167DE4B88D5}"/>
              </a:ext>
            </a:extLst>
          </p:cNvPr>
          <p:cNvSpPr>
            <a:spLocks noGrp="1"/>
          </p:cNvSpPr>
          <p:nvPr/>
        </p:nvSpPr>
        <p:spPr>
          <a:xfrm>
            <a:off x="800099" y="3226797"/>
            <a:ext cx="10858500" cy="552450"/>
          </a:xfrm>
          <a:prstGeom prst="rect">
            <a:avLst/>
          </a:prstGeom>
          <a:noFill/>
          <a:ln w="0">
            <a:noFill/>
            <a:prstDash val="solid"/>
          </a:ln>
        </p:spPr>
        <p:txBody>
          <a:bodyPr lIns="0" tIns="0" rIns="0" bIns="0" anchor="t"/>
          <a:lstStyle>
            <a:defPPr>
              <a:defRPr lang="en-US" sz="1275" b="0">
                <a:solidFill>
                  <a:srgbClr val="14766E"/>
                </a:solidFill>
                <a:latin typeface="DejaVu Sans"/>
                <a:ea typeface="DejaVu Sans"/>
                <a:cs typeface="DejaVu Sans"/>
              </a:defRPr>
            </a:defPPr>
            <a:lvl1pPr marL="0" algn="l" defTabSz="914400" rtl="0" eaLnBrk="1" latinLnBrk="0" hangingPunct="1">
              <a:defRPr sz="1275" b="0" kern="1200">
                <a:solidFill>
                  <a:srgbClr val="14766E"/>
                </a:solidFill>
                <a:latin typeface="DejaVu Sans"/>
                <a:ea typeface="DejaVu Sans"/>
                <a:cs typeface="DejaVu Sans"/>
              </a:defRPr>
            </a:lvl1pPr>
            <a:lvl2pPr marL="457200" algn="l" defTabSz="914400" rtl="0" eaLnBrk="1" latinLnBrk="0" hangingPunct="1">
              <a:defRPr sz="1275" b="0" kern="1200">
                <a:solidFill>
                  <a:srgbClr val="14766E"/>
                </a:solidFill>
                <a:latin typeface="DejaVu Sans"/>
                <a:ea typeface="DejaVu Sans"/>
                <a:cs typeface="DejaVu Sans"/>
              </a:defRPr>
            </a:lvl2pPr>
            <a:lvl3pPr marL="914400" algn="l" defTabSz="914400" rtl="0" eaLnBrk="1" latinLnBrk="0" hangingPunct="1">
              <a:defRPr sz="1275" b="0" kern="1200">
                <a:solidFill>
                  <a:srgbClr val="14766E"/>
                </a:solidFill>
                <a:latin typeface="DejaVu Sans"/>
                <a:ea typeface="DejaVu Sans"/>
                <a:cs typeface="DejaVu Sans"/>
              </a:defRPr>
            </a:lvl3pPr>
            <a:lvl4pPr marL="1371600" algn="l" defTabSz="914400" rtl="0" eaLnBrk="1" latinLnBrk="0" hangingPunct="1">
              <a:defRPr sz="1275" b="0" kern="1200">
                <a:solidFill>
                  <a:srgbClr val="14766E"/>
                </a:solidFill>
                <a:latin typeface="DejaVu Sans"/>
                <a:ea typeface="DejaVu Sans"/>
                <a:cs typeface="DejaVu Sans"/>
              </a:defRPr>
            </a:lvl4pPr>
            <a:lvl5pPr marL="1828800" algn="l" defTabSz="914400" rtl="0" eaLnBrk="1" latinLnBrk="0" hangingPunct="1">
              <a:defRPr sz="1275" b="0" kern="1200">
                <a:solidFill>
                  <a:srgbClr val="14766E"/>
                </a:solidFill>
                <a:latin typeface="DejaVu Sans"/>
                <a:ea typeface="DejaVu Sans"/>
                <a:cs typeface="DejaVu Sans"/>
              </a:defRPr>
            </a:lvl5pPr>
            <a:lvl6pPr marL="2286000" algn="l" defTabSz="914400" rtl="0" eaLnBrk="1" latinLnBrk="0" hangingPunct="1">
              <a:defRPr sz="1275" b="0" kern="1200">
                <a:solidFill>
                  <a:srgbClr val="14766E"/>
                </a:solidFill>
                <a:latin typeface="DejaVu Sans"/>
                <a:ea typeface="DejaVu Sans"/>
                <a:cs typeface="DejaVu Sans"/>
              </a:defRPr>
            </a:lvl6pPr>
            <a:lvl7pPr marL="2743200" algn="l" defTabSz="914400" rtl="0" eaLnBrk="1" latinLnBrk="0" hangingPunct="1">
              <a:defRPr sz="1275" b="0" kern="1200">
                <a:solidFill>
                  <a:srgbClr val="14766E"/>
                </a:solidFill>
                <a:latin typeface="DejaVu Sans"/>
                <a:ea typeface="DejaVu Sans"/>
                <a:cs typeface="DejaVu Sans"/>
              </a:defRPr>
            </a:lvl7pPr>
            <a:lvl8pPr marL="3200400" algn="l" defTabSz="914400" rtl="0" eaLnBrk="1" latinLnBrk="0" hangingPunct="1">
              <a:defRPr sz="1275" b="0" kern="1200">
                <a:solidFill>
                  <a:srgbClr val="14766E"/>
                </a:solidFill>
                <a:latin typeface="DejaVu Sans"/>
                <a:ea typeface="DejaVu Sans"/>
                <a:cs typeface="DejaVu Sans"/>
              </a:defRPr>
            </a:lvl8pPr>
            <a:lvl9pPr marL="3657600" algn="l" defTabSz="914400" rtl="0" eaLnBrk="1" latinLnBrk="0" hangingPunct="1">
              <a:defRPr sz="1275" b="0" kern="1200">
                <a:solidFill>
                  <a:srgbClr val="14766E"/>
                </a:solidFill>
                <a:latin typeface="DejaVu Sans"/>
                <a:ea typeface="DejaVu Sans"/>
                <a:cs typeface="DejaVu Sans"/>
              </a:defRPr>
            </a:lvl9pPr>
          </a:lstStyle>
          <a:p>
            <a:pPr>
              <a:defRPr sz="1275" b="0">
                <a:solidFill>
                  <a:srgbClr val="14766E"/>
                </a:solidFill>
                <a:latin typeface="DejaVu Sans"/>
                <a:ea typeface="DejaVu Sans"/>
                <a:cs typeface="DejaVu Sans"/>
              </a:defRPr>
            </a:pPr>
            <a:r>
              <a:rPr sz="1275" b="0">
                <a:solidFill>
                  <a:srgbClr val="14766E"/>
                </a:solidFill>
                <a:latin typeface="DejaVu Sans"/>
                <a:ea typeface="DejaVu Sans"/>
                <a:cs typeface="DejaVu Sans"/>
              </a:rPr>
              <a:t>https://learn.microsoft.com/en-us/azure/devops/boards/get-started/what-is-azure-boards</a:t>
            </a:r>
          </a:p>
        </p:txBody>
      </p:sp>
      <p:sp>
        <p:nvSpPr>
          <p:cNvPr id="7" name="text-4">
            <a:extLst>
              <a:ext uri="{FF2B5EF4-FFF2-40B4-BE49-F238E27FC236}">
                <a16:creationId xmlns:a16="http://schemas.microsoft.com/office/drawing/2014/main" id="{118DBD74-2112-4082-985A-F9F54493C9FF}"/>
              </a:ext>
            </a:extLst>
          </p:cNvPr>
          <p:cNvSpPr>
            <a:spLocks noGrp="1"/>
          </p:cNvSpPr>
          <p:nvPr/>
        </p:nvSpPr>
        <p:spPr>
          <a:xfrm>
            <a:off x="800099" y="3893547"/>
            <a:ext cx="10858500" cy="742950"/>
          </a:xfrm>
          <a:prstGeom prst="rect">
            <a:avLst/>
          </a:prstGeom>
          <a:noFill/>
          <a:ln w="0">
            <a:noFill/>
            <a:prstDash val="solid"/>
          </a:ln>
        </p:spPr>
        <p:txBody>
          <a:bodyPr lIns="0" tIns="0" rIns="0" bIns="0" anchor="t"/>
          <a:lstStyle>
            <a:defPPr>
              <a:defRPr lang="en-US" sz="1725" b="0">
                <a:solidFill>
                  <a:srgbClr val="243C45"/>
                </a:solidFill>
                <a:latin typeface="DejaVu Sans"/>
                <a:ea typeface="DejaVu Sans"/>
                <a:cs typeface="DejaVu Sans"/>
              </a:defRPr>
            </a:defPPr>
            <a:lvl1pPr marL="0" algn="l" defTabSz="914400" rtl="0" eaLnBrk="1" latinLnBrk="0" hangingPunct="1">
              <a:defRPr sz="1725" b="0" kern="1200">
                <a:solidFill>
                  <a:srgbClr val="243C45"/>
                </a:solidFill>
                <a:latin typeface="DejaVu Sans"/>
                <a:ea typeface="DejaVu Sans"/>
                <a:cs typeface="DejaVu Sans"/>
              </a:defRPr>
            </a:lvl1pPr>
            <a:lvl2pPr marL="457200" algn="l" defTabSz="914400" rtl="0" eaLnBrk="1" latinLnBrk="0" hangingPunct="1">
              <a:defRPr sz="1725" b="0" kern="1200">
                <a:solidFill>
                  <a:srgbClr val="243C45"/>
                </a:solidFill>
                <a:latin typeface="DejaVu Sans"/>
                <a:ea typeface="DejaVu Sans"/>
                <a:cs typeface="DejaVu Sans"/>
              </a:defRPr>
            </a:lvl2pPr>
            <a:lvl3pPr marL="914400" algn="l" defTabSz="914400" rtl="0" eaLnBrk="1" latinLnBrk="0" hangingPunct="1">
              <a:defRPr sz="1725" b="0" kern="1200">
                <a:solidFill>
                  <a:srgbClr val="243C45"/>
                </a:solidFill>
                <a:latin typeface="DejaVu Sans"/>
                <a:ea typeface="DejaVu Sans"/>
                <a:cs typeface="DejaVu Sans"/>
              </a:defRPr>
            </a:lvl3pPr>
            <a:lvl4pPr marL="1371600" algn="l" defTabSz="914400" rtl="0" eaLnBrk="1" latinLnBrk="0" hangingPunct="1">
              <a:defRPr sz="1725" b="0" kern="1200">
                <a:solidFill>
                  <a:srgbClr val="243C45"/>
                </a:solidFill>
                <a:latin typeface="DejaVu Sans"/>
                <a:ea typeface="DejaVu Sans"/>
                <a:cs typeface="DejaVu Sans"/>
              </a:defRPr>
            </a:lvl4pPr>
            <a:lvl5pPr marL="1828800" algn="l" defTabSz="914400" rtl="0" eaLnBrk="1" latinLnBrk="0" hangingPunct="1">
              <a:defRPr sz="1725" b="0" kern="1200">
                <a:solidFill>
                  <a:srgbClr val="243C45"/>
                </a:solidFill>
                <a:latin typeface="DejaVu Sans"/>
                <a:ea typeface="DejaVu Sans"/>
                <a:cs typeface="DejaVu Sans"/>
              </a:defRPr>
            </a:lvl5pPr>
            <a:lvl6pPr marL="2286000" algn="l" defTabSz="914400" rtl="0" eaLnBrk="1" latinLnBrk="0" hangingPunct="1">
              <a:defRPr sz="1725" b="0" kern="1200">
                <a:solidFill>
                  <a:srgbClr val="243C45"/>
                </a:solidFill>
                <a:latin typeface="DejaVu Sans"/>
                <a:ea typeface="DejaVu Sans"/>
                <a:cs typeface="DejaVu Sans"/>
              </a:defRPr>
            </a:lvl6pPr>
            <a:lvl7pPr marL="2743200" algn="l" defTabSz="914400" rtl="0" eaLnBrk="1" latinLnBrk="0" hangingPunct="1">
              <a:defRPr sz="1725" b="0" kern="1200">
                <a:solidFill>
                  <a:srgbClr val="243C45"/>
                </a:solidFill>
                <a:latin typeface="DejaVu Sans"/>
                <a:ea typeface="DejaVu Sans"/>
                <a:cs typeface="DejaVu Sans"/>
              </a:defRPr>
            </a:lvl7pPr>
            <a:lvl8pPr marL="3200400" algn="l" defTabSz="914400" rtl="0" eaLnBrk="1" latinLnBrk="0" hangingPunct="1">
              <a:defRPr sz="1725" b="0" kern="1200">
                <a:solidFill>
                  <a:srgbClr val="243C45"/>
                </a:solidFill>
                <a:latin typeface="DejaVu Sans"/>
                <a:ea typeface="DejaVu Sans"/>
                <a:cs typeface="DejaVu Sans"/>
              </a:defRPr>
            </a:lvl8pPr>
            <a:lvl9pPr marL="3657600" algn="l" defTabSz="914400" rtl="0" eaLnBrk="1" latinLnBrk="0" hangingPunct="1">
              <a:defRPr sz="1725" b="0" kern="1200">
                <a:solidFill>
                  <a:srgbClr val="243C45"/>
                </a:solidFill>
                <a:latin typeface="DejaVu Sans"/>
                <a:ea typeface="DejaVu Sans"/>
                <a:cs typeface="DejaVu Sans"/>
              </a:defRPr>
            </a:lvl9pPr>
          </a:lstStyle>
          <a:p>
            <a:pPr>
              <a:defRPr sz="1725" b="0">
                <a:solidFill>
                  <a:srgbClr val="243C45"/>
                </a:solidFill>
                <a:latin typeface="DejaVu Sans"/>
                <a:ea typeface="DejaVu Sans"/>
                <a:cs typeface="DejaVu Sans"/>
              </a:defRPr>
            </a:pPr>
            <a:r>
              <a:rPr sz="1725" b="0">
                <a:solidFill>
                  <a:srgbClr val="243C45"/>
                </a:solidFill>
                <a:latin typeface="DejaVu Sans"/>
                <a:ea typeface="DejaVu Sans"/>
                <a:cs typeface="DejaVu Sans"/>
              </a:rPr>
              <a:t>Mountain Goat Software. (2024, July 11). Ten sentences with all the Scrum Master advice you’ll ever need.</a:t>
            </a:r>
          </a:p>
        </p:txBody>
      </p:sp>
      <p:sp>
        <p:nvSpPr>
          <p:cNvPr id="8" name="text-5">
            <a:extLst>
              <a:ext uri="{FF2B5EF4-FFF2-40B4-BE49-F238E27FC236}">
                <a16:creationId xmlns:a16="http://schemas.microsoft.com/office/drawing/2014/main" id="{2BD4A3EC-6C6C-401D-AC24-F1A1B6273824}"/>
              </a:ext>
            </a:extLst>
          </p:cNvPr>
          <p:cNvSpPr>
            <a:spLocks noGrp="1"/>
          </p:cNvSpPr>
          <p:nvPr/>
        </p:nvSpPr>
        <p:spPr>
          <a:xfrm>
            <a:off x="800099" y="4655547"/>
            <a:ext cx="10858500" cy="552450"/>
          </a:xfrm>
          <a:prstGeom prst="rect">
            <a:avLst/>
          </a:prstGeom>
          <a:noFill/>
          <a:ln w="0">
            <a:noFill/>
            <a:prstDash val="solid"/>
          </a:ln>
        </p:spPr>
        <p:txBody>
          <a:bodyPr lIns="0" tIns="0" rIns="0" bIns="0" anchor="t"/>
          <a:lstStyle>
            <a:defPPr>
              <a:defRPr lang="en-US" sz="1275" b="0">
                <a:solidFill>
                  <a:srgbClr val="14766E"/>
                </a:solidFill>
                <a:latin typeface="DejaVu Sans"/>
                <a:ea typeface="DejaVu Sans"/>
                <a:cs typeface="DejaVu Sans"/>
              </a:defRPr>
            </a:defPPr>
            <a:lvl1pPr marL="0" algn="l" defTabSz="914400" rtl="0" eaLnBrk="1" latinLnBrk="0" hangingPunct="1">
              <a:defRPr sz="1275" b="0" kern="1200">
                <a:solidFill>
                  <a:srgbClr val="14766E"/>
                </a:solidFill>
                <a:latin typeface="DejaVu Sans"/>
                <a:ea typeface="DejaVu Sans"/>
                <a:cs typeface="DejaVu Sans"/>
              </a:defRPr>
            </a:lvl1pPr>
            <a:lvl2pPr marL="457200" algn="l" defTabSz="914400" rtl="0" eaLnBrk="1" latinLnBrk="0" hangingPunct="1">
              <a:defRPr sz="1275" b="0" kern="1200">
                <a:solidFill>
                  <a:srgbClr val="14766E"/>
                </a:solidFill>
                <a:latin typeface="DejaVu Sans"/>
                <a:ea typeface="DejaVu Sans"/>
                <a:cs typeface="DejaVu Sans"/>
              </a:defRPr>
            </a:lvl2pPr>
            <a:lvl3pPr marL="914400" algn="l" defTabSz="914400" rtl="0" eaLnBrk="1" latinLnBrk="0" hangingPunct="1">
              <a:defRPr sz="1275" b="0" kern="1200">
                <a:solidFill>
                  <a:srgbClr val="14766E"/>
                </a:solidFill>
                <a:latin typeface="DejaVu Sans"/>
                <a:ea typeface="DejaVu Sans"/>
                <a:cs typeface="DejaVu Sans"/>
              </a:defRPr>
            </a:lvl3pPr>
            <a:lvl4pPr marL="1371600" algn="l" defTabSz="914400" rtl="0" eaLnBrk="1" latinLnBrk="0" hangingPunct="1">
              <a:defRPr sz="1275" b="0" kern="1200">
                <a:solidFill>
                  <a:srgbClr val="14766E"/>
                </a:solidFill>
                <a:latin typeface="DejaVu Sans"/>
                <a:ea typeface="DejaVu Sans"/>
                <a:cs typeface="DejaVu Sans"/>
              </a:defRPr>
            </a:lvl4pPr>
            <a:lvl5pPr marL="1828800" algn="l" defTabSz="914400" rtl="0" eaLnBrk="1" latinLnBrk="0" hangingPunct="1">
              <a:defRPr sz="1275" b="0" kern="1200">
                <a:solidFill>
                  <a:srgbClr val="14766E"/>
                </a:solidFill>
                <a:latin typeface="DejaVu Sans"/>
                <a:ea typeface="DejaVu Sans"/>
                <a:cs typeface="DejaVu Sans"/>
              </a:defRPr>
            </a:lvl5pPr>
            <a:lvl6pPr marL="2286000" algn="l" defTabSz="914400" rtl="0" eaLnBrk="1" latinLnBrk="0" hangingPunct="1">
              <a:defRPr sz="1275" b="0" kern="1200">
                <a:solidFill>
                  <a:srgbClr val="14766E"/>
                </a:solidFill>
                <a:latin typeface="DejaVu Sans"/>
                <a:ea typeface="DejaVu Sans"/>
                <a:cs typeface="DejaVu Sans"/>
              </a:defRPr>
            </a:lvl6pPr>
            <a:lvl7pPr marL="2743200" algn="l" defTabSz="914400" rtl="0" eaLnBrk="1" latinLnBrk="0" hangingPunct="1">
              <a:defRPr sz="1275" b="0" kern="1200">
                <a:solidFill>
                  <a:srgbClr val="14766E"/>
                </a:solidFill>
                <a:latin typeface="DejaVu Sans"/>
                <a:ea typeface="DejaVu Sans"/>
                <a:cs typeface="DejaVu Sans"/>
              </a:defRPr>
            </a:lvl7pPr>
            <a:lvl8pPr marL="3200400" algn="l" defTabSz="914400" rtl="0" eaLnBrk="1" latinLnBrk="0" hangingPunct="1">
              <a:defRPr sz="1275" b="0" kern="1200">
                <a:solidFill>
                  <a:srgbClr val="14766E"/>
                </a:solidFill>
                <a:latin typeface="DejaVu Sans"/>
                <a:ea typeface="DejaVu Sans"/>
                <a:cs typeface="DejaVu Sans"/>
              </a:defRPr>
            </a:lvl8pPr>
            <a:lvl9pPr marL="3657600" algn="l" defTabSz="914400" rtl="0" eaLnBrk="1" latinLnBrk="0" hangingPunct="1">
              <a:defRPr sz="1275" b="0" kern="1200">
                <a:solidFill>
                  <a:srgbClr val="14766E"/>
                </a:solidFill>
                <a:latin typeface="DejaVu Sans"/>
                <a:ea typeface="DejaVu Sans"/>
                <a:cs typeface="DejaVu Sans"/>
              </a:defRPr>
            </a:lvl9pPr>
          </a:lstStyle>
          <a:p>
            <a:pPr>
              <a:defRPr sz="1275" b="0">
                <a:solidFill>
                  <a:srgbClr val="14766E"/>
                </a:solidFill>
                <a:latin typeface="DejaVu Sans"/>
                <a:ea typeface="DejaVu Sans"/>
                <a:cs typeface="DejaVu Sans"/>
              </a:defRPr>
            </a:pPr>
            <a:r>
              <a:rPr sz="1275" b="0">
                <a:solidFill>
                  <a:srgbClr val="14766E"/>
                </a:solidFill>
                <a:latin typeface="DejaVu Sans"/>
                <a:ea typeface="DejaVu Sans"/>
                <a:cs typeface="DejaVu Sans"/>
              </a:rPr>
              <a:t>https://www.mountaingoatsoftware.com/agile/ten-sentences-with-all-the-scrum-master-advice-youll-ever-need</a:t>
            </a:r>
          </a:p>
        </p:txBody>
      </p:sp>
      <p:sp>
        <p:nvSpPr>
          <p:cNvPr id="9" name="text-6">
            <a:extLst>
              <a:ext uri="{FF2B5EF4-FFF2-40B4-BE49-F238E27FC236}">
                <a16:creationId xmlns:a16="http://schemas.microsoft.com/office/drawing/2014/main" id="{1E60B2F1-B148-4279-8244-C795193C4A70}"/>
              </a:ext>
            </a:extLst>
          </p:cNvPr>
          <p:cNvSpPr>
            <a:spLocks noGrp="1"/>
          </p:cNvSpPr>
          <p:nvPr/>
        </p:nvSpPr>
        <p:spPr>
          <a:xfrm>
            <a:off x="800099" y="5322297"/>
            <a:ext cx="10858500" cy="742950"/>
          </a:xfrm>
          <a:prstGeom prst="rect">
            <a:avLst/>
          </a:prstGeom>
          <a:noFill/>
          <a:ln w="0">
            <a:noFill/>
            <a:prstDash val="solid"/>
          </a:ln>
        </p:spPr>
        <p:txBody>
          <a:bodyPr lIns="0" tIns="0" rIns="0" bIns="0" anchor="t"/>
          <a:lstStyle>
            <a:defPPr>
              <a:defRPr lang="en-US" sz="1725" b="0">
                <a:solidFill>
                  <a:srgbClr val="243C45"/>
                </a:solidFill>
                <a:latin typeface="DejaVu Sans"/>
                <a:ea typeface="DejaVu Sans"/>
                <a:cs typeface="DejaVu Sans"/>
              </a:defRPr>
            </a:defPPr>
            <a:lvl1pPr marL="0" algn="l" defTabSz="914400" rtl="0" eaLnBrk="1" latinLnBrk="0" hangingPunct="1">
              <a:defRPr sz="1725" b="0" kern="1200">
                <a:solidFill>
                  <a:srgbClr val="243C45"/>
                </a:solidFill>
                <a:latin typeface="DejaVu Sans"/>
                <a:ea typeface="DejaVu Sans"/>
                <a:cs typeface="DejaVu Sans"/>
              </a:defRPr>
            </a:lvl1pPr>
            <a:lvl2pPr marL="457200" algn="l" defTabSz="914400" rtl="0" eaLnBrk="1" latinLnBrk="0" hangingPunct="1">
              <a:defRPr sz="1725" b="0" kern="1200">
                <a:solidFill>
                  <a:srgbClr val="243C45"/>
                </a:solidFill>
                <a:latin typeface="DejaVu Sans"/>
                <a:ea typeface="DejaVu Sans"/>
                <a:cs typeface="DejaVu Sans"/>
              </a:defRPr>
            </a:lvl2pPr>
            <a:lvl3pPr marL="914400" algn="l" defTabSz="914400" rtl="0" eaLnBrk="1" latinLnBrk="0" hangingPunct="1">
              <a:defRPr sz="1725" b="0" kern="1200">
                <a:solidFill>
                  <a:srgbClr val="243C45"/>
                </a:solidFill>
                <a:latin typeface="DejaVu Sans"/>
                <a:ea typeface="DejaVu Sans"/>
                <a:cs typeface="DejaVu Sans"/>
              </a:defRPr>
            </a:lvl3pPr>
            <a:lvl4pPr marL="1371600" algn="l" defTabSz="914400" rtl="0" eaLnBrk="1" latinLnBrk="0" hangingPunct="1">
              <a:defRPr sz="1725" b="0" kern="1200">
                <a:solidFill>
                  <a:srgbClr val="243C45"/>
                </a:solidFill>
                <a:latin typeface="DejaVu Sans"/>
                <a:ea typeface="DejaVu Sans"/>
                <a:cs typeface="DejaVu Sans"/>
              </a:defRPr>
            </a:lvl4pPr>
            <a:lvl5pPr marL="1828800" algn="l" defTabSz="914400" rtl="0" eaLnBrk="1" latinLnBrk="0" hangingPunct="1">
              <a:defRPr sz="1725" b="0" kern="1200">
                <a:solidFill>
                  <a:srgbClr val="243C45"/>
                </a:solidFill>
                <a:latin typeface="DejaVu Sans"/>
                <a:ea typeface="DejaVu Sans"/>
                <a:cs typeface="DejaVu Sans"/>
              </a:defRPr>
            </a:lvl5pPr>
            <a:lvl6pPr marL="2286000" algn="l" defTabSz="914400" rtl="0" eaLnBrk="1" latinLnBrk="0" hangingPunct="1">
              <a:defRPr sz="1725" b="0" kern="1200">
                <a:solidFill>
                  <a:srgbClr val="243C45"/>
                </a:solidFill>
                <a:latin typeface="DejaVu Sans"/>
                <a:ea typeface="DejaVu Sans"/>
                <a:cs typeface="DejaVu Sans"/>
              </a:defRPr>
            </a:lvl6pPr>
            <a:lvl7pPr marL="2743200" algn="l" defTabSz="914400" rtl="0" eaLnBrk="1" latinLnBrk="0" hangingPunct="1">
              <a:defRPr sz="1725" b="0" kern="1200">
                <a:solidFill>
                  <a:srgbClr val="243C45"/>
                </a:solidFill>
                <a:latin typeface="DejaVu Sans"/>
                <a:ea typeface="DejaVu Sans"/>
                <a:cs typeface="DejaVu Sans"/>
              </a:defRPr>
            </a:lvl7pPr>
            <a:lvl8pPr marL="3200400" algn="l" defTabSz="914400" rtl="0" eaLnBrk="1" latinLnBrk="0" hangingPunct="1">
              <a:defRPr sz="1725" b="0" kern="1200">
                <a:solidFill>
                  <a:srgbClr val="243C45"/>
                </a:solidFill>
                <a:latin typeface="DejaVu Sans"/>
                <a:ea typeface="DejaVu Sans"/>
                <a:cs typeface="DejaVu Sans"/>
              </a:defRPr>
            </a:lvl8pPr>
            <a:lvl9pPr marL="3657600" algn="l" defTabSz="914400" rtl="0" eaLnBrk="1" latinLnBrk="0" hangingPunct="1">
              <a:defRPr sz="1725" b="0" kern="1200">
                <a:solidFill>
                  <a:srgbClr val="243C45"/>
                </a:solidFill>
                <a:latin typeface="DejaVu Sans"/>
                <a:ea typeface="DejaVu Sans"/>
                <a:cs typeface="DejaVu Sans"/>
              </a:defRPr>
            </a:lvl9pPr>
          </a:lstStyle>
          <a:p>
            <a:pPr>
              <a:defRPr sz="1725" b="0">
                <a:solidFill>
                  <a:srgbClr val="243C45"/>
                </a:solidFill>
                <a:latin typeface="DejaVu Sans"/>
                <a:ea typeface="DejaVu Sans"/>
                <a:cs typeface="DejaVu Sans"/>
              </a:defRPr>
            </a:pPr>
            <a:r>
              <a:rPr sz="1725" b="0">
                <a:solidFill>
                  <a:srgbClr val="243C45"/>
                </a:solidFill>
                <a:latin typeface="DejaVu Sans"/>
                <a:ea typeface="DejaVu Sans"/>
                <a:cs typeface="DejaVu Sans"/>
              </a:rPr>
              <a:t>Scrum.org. (n.d.). The Scrum Team.</a:t>
            </a:r>
          </a:p>
        </p:txBody>
      </p:sp>
      <p:sp>
        <p:nvSpPr>
          <p:cNvPr id="13" name="text-7">
            <a:extLst>
              <a:ext uri="{FF2B5EF4-FFF2-40B4-BE49-F238E27FC236}">
                <a16:creationId xmlns:a16="http://schemas.microsoft.com/office/drawing/2014/main" id="{E87079D7-FAC5-45B7-8946-AAAB1438D68B}"/>
              </a:ext>
            </a:extLst>
          </p:cNvPr>
          <p:cNvSpPr>
            <a:spLocks noGrp="1"/>
          </p:cNvSpPr>
          <p:nvPr/>
        </p:nvSpPr>
        <p:spPr>
          <a:xfrm>
            <a:off x="800099" y="5903322"/>
            <a:ext cx="10858500" cy="552450"/>
          </a:xfrm>
          <a:prstGeom prst="rect">
            <a:avLst/>
          </a:prstGeom>
          <a:noFill/>
          <a:ln w="0">
            <a:noFill/>
            <a:prstDash val="solid"/>
          </a:ln>
        </p:spPr>
        <p:txBody>
          <a:bodyPr lIns="0" tIns="0" rIns="0" bIns="0" anchor="t"/>
          <a:lstStyle>
            <a:defPPr>
              <a:defRPr lang="en-US" sz="1275" b="0">
                <a:solidFill>
                  <a:srgbClr val="14766E"/>
                </a:solidFill>
                <a:latin typeface="DejaVu Sans"/>
                <a:ea typeface="DejaVu Sans"/>
                <a:cs typeface="DejaVu Sans"/>
              </a:defRPr>
            </a:defPPr>
            <a:lvl1pPr marL="0" algn="l" defTabSz="914400" rtl="0" eaLnBrk="1" latinLnBrk="0" hangingPunct="1">
              <a:defRPr sz="1275" b="0" kern="1200">
                <a:solidFill>
                  <a:srgbClr val="14766E"/>
                </a:solidFill>
                <a:latin typeface="DejaVu Sans"/>
                <a:ea typeface="DejaVu Sans"/>
                <a:cs typeface="DejaVu Sans"/>
              </a:defRPr>
            </a:lvl1pPr>
            <a:lvl2pPr marL="457200" algn="l" defTabSz="914400" rtl="0" eaLnBrk="1" latinLnBrk="0" hangingPunct="1">
              <a:defRPr sz="1275" b="0" kern="1200">
                <a:solidFill>
                  <a:srgbClr val="14766E"/>
                </a:solidFill>
                <a:latin typeface="DejaVu Sans"/>
                <a:ea typeface="DejaVu Sans"/>
                <a:cs typeface="DejaVu Sans"/>
              </a:defRPr>
            </a:lvl2pPr>
            <a:lvl3pPr marL="914400" algn="l" defTabSz="914400" rtl="0" eaLnBrk="1" latinLnBrk="0" hangingPunct="1">
              <a:defRPr sz="1275" b="0" kern="1200">
                <a:solidFill>
                  <a:srgbClr val="14766E"/>
                </a:solidFill>
                <a:latin typeface="DejaVu Sans"/>
                <a:ea typeface="DejaVu Sans"/>
                <a:cs typeface="DejaVu Sans"/>
              </a:defRPr>
            </a:lvl3pPr>
            <a:lvl4pPr marL="1371600" algn="l" defTabSz="914400" rtl="0" eaLnBrk="1" latinLnBrk="0" hangingPunct="1">
              <a:defRPr sz="1275" b="0" kern="1200">
                <a:solidFill>
                  <a:srgbClr val="14766E"/>
                </a:solidFill>
                <a:latin typeface="DejaVu Sans"/>
                <a:ea typeface="DejaVu Sans"/>
                <a:cs typeface="DejaVu Sans"/>
              </a:defRPr>
            </a:lvl4pPr>
            <a:lvl5pPr marL="1828800" algn="l" defTabSz="914400" rtl="0" eaLnBrk="1" latinLnBrk="0" hangingPunct="1">
              <a:defRPr sz="1275" b="0" kern="1200">
                <a:solidFill>
                  <a:srgbClr val="14766E"/>
                </a:solidFill>
                <a:latin typeface="DejaVu Sans"/>
                <a:ea typeface="DejaVu Sans"/>
                <a:cs typeface="DejaVu Sans"/>
              </a:defRPr>
            </a:lvl5pPr>
            <a:lvl6pPr marL="2286000" algn="l" defTabSz="914400" rtl="0" eaLnBrk="1" latinLnBrk="0" hangingPunct="1">
              <a:defRPr sz="1275" b="0" kern="1200">
                <a:solidFill>
                  <a:srgbClr val="14766E"/>
                </a:solidFill>
                <a:latin typeface="DejaVu Sans"/>
                <a:ea typeface="DejaVu Sans"/>
                <a:cs typeface="DejaVu Sans"/>
              </a:defRPr>
            </a:lvl6pPr>
            <a:lvl7pPr marL="2743200" algn="l" defTabSz="914400" rtl="0" eaLnBrk="1" latinLnBrk="0" hangingPunct="1">
              <a:defRPr sz="1275" b="0" kern="1200">
                <a:solidFill>
                  <a:srgbClr val="14766E"/>
                </a:solidFill>
                <a:latin typeface="DejaVu Sans"/>
                <a:ea typeface="DejaVu Sans"/>
                <a:cs typeface="DejaVu Sans"/>
              </a:defRPr>
            </a:lvl7pPr>
            <a:lvl8pPr marL="3200400" algn="l" defTabSz="914400" rtl="0" eaLnBrk="1" latinLnBrk="0" hangingPunct="1">
              <a:defRPr sz="1275" b="0" kern="1200">
                <a:solidFill>
                  <a:srgbClr val="14766E"/>
                </a:solidFill>
                <a:latin typeface="DejaVu Sans"/>
                <a:ea typeface="DejaVu Sans"/>
                <a:cs typeface="DejaVu Sans"/>
              </a:defRPr>
            </a:lvl8pPr>
            <a:lvl9pPr marL="3657600" algn="l" defTabSz="914400" rtl="0" eaLnBrk="1" latinLnBrk="0" hangingPunct="1">
              <a:defRPr sz="1275" b="0" kern="1200">
                <a:solidFill>
                  <a:srgbClr val="14766E"/>
                </a:solidFill>
                <a:latin typeface="DejaVu Sans"/>
                <a:ea typeface="DejaVu Sans"/>
                <a:cs typeface="DejaVu Sans"/>
              </a:defRPr>
            </a:lvl9pPr>
          </a:lstStyle>
          <a:p>
            <a:pPr>
              <a:defRPr sz="1275" b="0">
                <a:solidFill>
                  <a:srgbClr val="14766E"/>
                </a:solidFill>
                <a:latin typeface="DejaVu Sans"/>
                <a:ea typeface="DejaVu Sans"/>
                <a:cs typeface="DejaVu Sans"/>
              </a:defRPr>
            </a:pPr>
            <a:r>
              <a:rPr sz="1275" b="0">
                <a:solidFill>
                  <a:srgbClr val="14766E"/>
                </a:solidFill>
                <a:latin typeface="DejaVu Sans"/>
                <a:ea typeface="DejaVu Sans"/>
                <a:cs typeface="DejaVu Sans"/>
              </a:rPr>
              <a:t>https://www.scrum.org/resources/scrum-team</a:t>
            </a:r>
          </a:p>
        </p:txBody>
      </p:sp>
    </p:spTree>
    <p:extLst>
      <p:ext uri="{BB962C8B-B14F-4D97-AF65-F5344CB8AC3E}">
        <p14:creationId xmlns:p14="http://schemas.microsoft.com/office/powerpoint/2010/main" val="1219484445"/>
      </p:ext>
    </p:extLst>
  </p:cSld>
  <p:clrMapOvr>
    <a:masterClrMapping/>
  </p:clrMapOvr>
</p:sld>
</file>

<file path=ppt/theme/theme1.xml><?xml version="1.0" encoding="utf-8"?>
<a:theme xmlns:a="http://schemas.openxmlformats.org/drawingml/2006/main" name="Modulo">
  <a:themeElements>
    <a:clrScheme name="Project Status Report">
      <a:dk1>
        <a:srgbClr val="000000"/>
      </a:dk1>
      <a:lt1>
        <a:srgbClr val="FFFFFF"/>
      </a:lt1>
      <a:dk2>
        <a:srgbClr val="3B4546"/>
      </a:dk2>
      <a:lt2>
        <a:srgbClr val="E7E6E6"/>
      </a:lt2>
      <a:accent1>
        <a:srgbClr val="B36041"/>
      </a:accent1>
      <a:accent2>
        <a:srgbClr val="6F8185"/>
      </a:accent2>
      <a:accent3>
        <a:srgbClr val="C78F8F"/>
      </a:accent3>
      <a:accent4>
        <a:srgbClr val="647961"/>
      </a:accent4>
      <a:accent5>
        <a:srgbClr val="B09C54"/>
      </a:accent5>
      <a:accent6>
        <a:srgbClr val="9AA749"/>
      </a:accent6>
      <a:hlink>
        <a:srgbClr val="75A073"/>
      </a:hlink>
      <a:folHlink>
        <a:srgbClr val="BD9C5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ulo" id="{37AC43F2-9181-4AE3-B669-CCC580C183C1}" vid="{7A2AE0A7-E8DE-4D1D-AEB1-3FD1924482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Modulo</Template>
  <TotalTime>97</TotalTime>
  <Words>1771</Words>
  <Application>Microsoft Office PowerPoint</Application>
  <PresentationFormat>Widescreen</PresentationFormat>
  <Paragraphs>127</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DejaVu Sans</vt:lpstr>
      <vt:lpstr>Times New Roman</vt:lpstr>
      <vt:lpstr>Modulo</vt:lpstr>
      <vt:lpstr>PowerPoint Presentation</vt:lpstr>
      <vt:lpstr>Roles on a scrum team</vt:lpstr>
      <vt:lpstr>PowerPoint Presentation</vt:lpstr>
      <vt:lpstr>PowerPoint Presentation</vt:lpstr>
      <vt:lpstr>PowerPoint Presentation</vt:lpstr>
      <vt:lpstr>PowerPoint Presentation</vt:lpstr>
      <vt:lpstr>PowerPoint Presentation</vt:lpstr>
      <vt:lpstr>Recommendation for chadatech</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Marjorie Temple</dc:creator>
  <cp:lastModifiedBy>Marjorie Temple</cp:lastModifiedBy>
  <cp:revision>1</cp:revision>
  <dcterms:created xsi:type="dcterms:W3CDTF">2026-10-18T06:25:35Z</dcterms:created>
  <dcterms:modified xsi:type="dcterms:W3CDTF">2026-10-18T08:05:41Z</dcterms:modified>
</cp:coreProperties>
</file>